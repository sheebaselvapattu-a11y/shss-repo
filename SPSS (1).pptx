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34"/>
  </p:notesMasterIdLst>
  <p:handoutMasterIdLst>
    <p:handoutMasterId r:id="rId35"/>
  </p:handoutMasterIdLst>
  <p:sldIdLst>
    <p:sldId id="256" r:id="rId5"/>
    <p:sldId id="270" r:id="rId6"/>
    <p:sldId id="271" r:id="rId7"/>
    <p:sldId id="283" r:id="rId8"/>
    <p:sldId id="296" r:id="rId9"/>
    <p:sldId id="285" r:id="rId10"/>
    <p:sldId id="286" r:id="rId11"/>
    <p:sldId id="272" r:id="rId12"/>
    <p:sldId id="273" r:id="rId13"/>
    <p:sldId id="274" r:id="rId14"/>
    <p:sldId id="275" r:id="rId15"/>
    <p:sldId id="276" r:id="rId16"/>
    <p:sldId id="277" r:id="rId17"/>
    <p:sldId id="278" r:id="rId18"/>
    <p:sldId id="279" r:id="rId19"/>
    <p:sldId id="280" r:id="rId20"/>
    <p:sldId id="281" r:id="rId21"/>
    <p:sldId id="282" r:id="rId22"/>
    <p:sldId id="284" r:id="rId23"/>
    <p:sldId id="287" r:id="rId24"/>
    <p:sldId id="288" r:id="rId25"/>
    <p:sldId id="289" r:id="rId26"/>
    <p:sldId id="290" r:id="rId27"/>
    <p:sldId id="291" r:id="rId28"/>
    <p:sldId id="292" r:id="rId29"/>
    <p:sldId id="293" r:id="rId30"/>
    <p:sldId id="294" r:id="rId31"/>
    <p:sldId id="295" r:id="rId32"/>
    <p:sldId id="29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42D0B"/>
    <a:srgbClr val="76280B"/>
    <a:srgbClr val="F6BF73"/>
    <a:srgbClr val="F9D4A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1678" autoAdjust="0"/>
  </p:normalViewPr>
  <p:slideViewPr>
    <p:cSldViewPr snapToGrid="0">
      <p:cViewPr varScale="1">
        <p:scale>
          <a:sx n="68" d="100"/>
          <a:sy n="68" d="100"/>
        </p:scale>
        <p:origin x="1262" y="6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8805758-D2E5-47F1-BDC8-64F96AB837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B9A4D7A7-60FE-4B51-8D3B-098FB2A1B3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866161-D383-45DC-9645-1D21647A8641}" type="datetimeFigureOut">
              <a:rPr lang="en-US" smtClean="0"/>
              <a:t>11/18/2022</a:t>
            </a:fld>
            <a:endParaRPr lang="en-US" dirty="0"/>
          </a:p>
        </p:txBody>
      </p:sp>
      <p:sp>
        <p:nvSpPr>
          <p:cNvPr id="4" name="Footer Placeholder 3">
            <a:extLst>
              <a:ext uri="{FF2B5EF4-FFF2-40B4-BE49-F238E27FC236}">
                <a16:creationId xmlns:a16="http://schemas.microsoft.com/office/drawing/2014/main" xmlns="" id="{0748030B-DA71-4B18-AA7C-F991BCB518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DBD65FCA-070F-4A6D-A2E0-D5EBEAABC9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B64D2B8-7AFA-4F86-9DF3-A6BBE4E238C1}" type="slidenum">
              <a:rPr lang="en-US" smtClean="0"/>
              <a:t>‹#›</a:t>
            </a:fld>
            <a:endParaRPr lang="en-US" dirty="0"/>
          </a:p>
        </p:txBody>
      </p:sp>
    </p:spTree>
    <p:extLst>
      <p:ext uri="{BB962C8B-B14F-4D97-AF65-F5344CB8AC3E}">
        <p14:creationId xmlns:p14="http://schemas.microsoft.com/office/powerpoint/2010/main" val="3690348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789D0-CA34-4934-A369-C3113E12A3EF}" type="datetimeFigureOut">
              <a:rPr lang="en-US" smtClean="0"/>
              <a:t>11/18/2022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79418-37EB-4378-AD22-89DBB000B0DA}" type="slidenum">
              <a:rPr lang="en-US" smtClean="0"/>
              <a:t>‹#›</a:t>
            </a:fld>
            <a:endParaRPr lang="en-US" dirty="0"/>
          </a:p>
        </p:txBody>
      </p:sp>
    </p:spTree>
    <p:extLst>
      <p:ext uri="{BB962C8B-B14F-4D97-AF65-F5344CB8AC3E}">
        <p14:creationId xmlns:p14="http://schemas.microsoft.com/office/powerpoint/2010/main" val="376464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DD826893-9059-400D-A708-615823828BC9}"/>
              </a:ext>
            </a:extLst>
          </p:cNvPr>
          <p:cNvGrpSpPr/>
          <p:nvPr userDrawn="1"/>
        </p:nvGrpSpPr>
        <p:grpSpPr bwMode="ltGray">
          <a:xfrm>
            <a:off x="7232499" y="-159283"/>
            <a:ext cx="4959501" cy="5525761"/>
            <a:chOff x="7232499" y="-159283"/>
            <a:chExt cx="4959501" cy="5525761"/>
          </a:xfrm>
          <a:solidFill>
            <a:srgbClr val="76280B">
              <a:alpha val="60000"/>
            </a:srgbClr>
          </a:solidFill>
        </p:grpSpPr>
        <p:pic>
          <p:nvPicPr>
            <p:cNvPr id="10" name="Graphic 9" descr="Single gear">
              <a:extLst>
                <a:ext uri="{FF2B5EF4-FFF2-40B4-BE49-F238E27FC236}">
                  <a16:creationId xmlns:a16="http://schemas.microsoft.com/office/drawing/2014/main" xmlns="" id="{4BD7AE3B-6321-488C-8378-B441F7AC62C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11" name="Graphic 10" descr="Single gear">
              <a:extLst>
                <a:ext uri="{FF2B5EF4-FFF2-40B4-BE49-F238E27FC236}">
                  <a16:creationId xmlns:a16="http://schemas.microsoft.com/office/drawing/2014/main" xmlns="" id="{52566813-48BF-44A8-9FBD-C9035FDE14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xmlns="" id="{C9098912-FEFB-4951-B070-7ED0F1D4555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486478"/>
              <a:ext cx="2880000" cy="2880000"/>
            </a:xfrm>
            <a:prstGeom prst="rect">
              <a:avLst/>
            </a:prstGeom>
          </p:spPr>
        </p:pic>
        <p:pic>
          <p:nvPicPr>
            <p:cNvPr id="15" name="Graphic 14" descr="Single gear">
              <a:extLst>
                <a:ext uri="{FF2B5EF4-FFF2-40B4-BE49-F238E27FC236}">
                  <a16:creationId xmlns:a16="http://schemas.microsoft.com/office/drawing/2014/main" xmlns="" id="{7187CCFC-946C-4708-98C2-CC97857A51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sp>
        <p:nvSpPr>
          <p:cNvPr id="9" name="Rectangle 8"/>
          <p:cNvSpPr/>
          <p:nvPr/>
        </p:nvSpPr>
        <p:spPr bwMode="ltGray">
          <a:xfrm>
            <a:off x="1704975" y="2598834"/>
            <a:ext cx="8782050" cy="1660332"/>
          </a:xfrm>
          <a:prstGeom prst="rect">
            <a:avLst/>
          </a:prstGeom>
          <a:solidFill>
            <a:schemeClr val="bg1">
              <a:lumMod val="85000"/>
              <a:lumOff val="1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828293" y="2742465"/>
            <a:ext cx="8494463" cy="1373070"/>
          </a:xfrm>
        </p:spPr>
        <p:txBody>
          <a:bodyPr anchor="b">
            <a:noAutofit/>
          </a:bodyPr>
          <a:lstStyle>
            <a:lvl1pPr algn="ctr">
              <a:defRPr sz="5400"/>
            </a:lvl1pPr>
          </a:lstStyle>
          <a:p>
            <a:r>
              <a:rPr lang="en-US" noProof="0" smtClean="0"/>
              <a:t>Click to edit Master title style</a:t>
            </a:r>
            <a:endParaRPr lang="en-US" noProof="0"/>
          </a:p>
        </p:txBody>
      </p:sp>
      <p:sp>
        <p:nvSpPr>
          <p:cNvPr id="3" name="Subtitle 2"/>
          <p:cNvSpPr>
            <a:spLocks noGrp="1"/>
          </p:cNvSpPr>
          <p:nvPr>
            <p:ph type="subTitle" idx="1"/>
          </p:nvPr>
        </p:nvSpPr>
        <p:spPr>
          <a:xfrm>
            <a:off x="1828799" y="4394039"/>
            <a:ext cx="8493957" cy="1117687"/>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8112956" y="5936187"/>
            <a:ext cx="2743200" cy="365125"/>
          </a:xfrm>
        </p:spPr>
        <p:txBody>
          <a:bodyPr/>
          <a:lstStyle/>
          <a:p>
            <a:fld id="{616D6166-2B42-4F11-BAA6-8ABAE1BE810C}" type="datetimeFigureOut">
              <a:rPr lang="en-US" noProof="0" smtClean="0"/>
              <a:t>11/18/2022</a:t>
            </a:fld>
            <a:endParaRPr lang="en-US" noProof="0" dirty="0"/>
          </a:p>
        </p:txBody>
      </p:sp>
      <p:sp>
        <p:nvSpPr>
          <p:cNvPr id="5" name="Footer Placeholder 4"/>
          <p:cNvSpPr>
            <a:spLocks noGrp="1"/>
          </p:cNvSpPr>
          <p:nvPr>
            <p:ph type="ftr" sz="quarter" idx="11"/>
          </p:nvPr>
        </p:nvSpPr>
        <p:spPr>
          <a:xfrm>
            <a:off x="1242296" y="5936188"/>
            <a:ext cx="6870660" cy="365125"/>
          </a:xfrm>
        </p:spPr>
        <p:txBody>
          <a:bodyPr/>
          <a:lstStyle/>
          <a:p>
            <a:r>
              <a:rPr lang="en-US" noProof="0" dirty="0"/>
              <a:t>Add a footer</a:t>
            </a:r>
          </a:p>
        </p:txBody>
      </p:sp>
      <p:sp>
        <p:nvSpPr>
          <p:cNvPr id="12" name="Rectangle 11">
            <a:extLst>
              <a:ext uri="{FF2B5EF4-FFF2-40B4-BE49-F238E27FC236}">
                <a16:creationId xmlns:a16="http://schemas.microsoft.com/office/drawing/2014/main" xmlns="" id="{10A59AF3-34E3-4F2D-B219-533C8164A410}"/>
              </a:ext>
            </a:extLst>
          </p:cNvPr>
          <p:cNvSpPr/>
          <p:nvPr userDrawn="1"/>
        </p:nvSpPr>
        <p:spPr>
          <a:xfrm>
            <a:off x="0" y="2590078"/>
            <a:ext cx="1602997" cy="1660332"/>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xmlns="" id="{3B98DDA9-3997-4600-985C-44C2CABD0BA3}"/>
              </a:ext>
            </a:extLst>
          </p:cNvPr>
          <p:cNvSpPr/>
          <p:nvPr userDrawn="1"/>
        </p:nvSpPr>
        <p:spPr>
          <a:xfrm>
            <a:off x="10606797" y="2590077"/>
            <a:ext cx="1602997" cy="1660331"/>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6" name="Slide Number Placeholder 5"/>
          <p:cNvSpPr>
            <a:spLocks noGrp="1"/>
          </p:cNvSpPr>
          <p:nvPr>
            <p:ph type="sldNum" sz="quarter" idx="12"/>
          </p:nvPr>
        </p:nvSpPr>
        <p:spPr>
          <a:xfrm>
            <a:off x="10803518" y="2750779"/>
            <a:ext cx="1171888" cy="1356442"/>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888968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Multipl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xmlns="" id="{4E106B9E-EBA8-4369-8705-FDBBA60DC72E}"/>
              </a:ext>
            </a:extLst>
          </p:cNvPr>
          <p:cNvSpPr>
            <a:spLocks noGrp="1"/>
          </p:cNvSpPr>
          <p:nvPr>
            <p:ph type="body" sz="quarter" idx="13"/>
          </p:nvPr>
        </p:nvSpPr>
        <p:spPr>
          <a:xfrm>
            <a:off x="1860549" y="2101850"/>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grpSp>
        <p:nvGrpSpPr>
          <p:cNvPr id="11" name="Group 10">
            <a:extLst>
              <a:ext uri="{FF2B5EF4-FFF2-40B4-BE49-F238E27FC236}">
                <a16:creationId xmlns:a16="http://schemas.microsoft.com/office/drawing/2014/main" xmlns="" id="{180D0165-A38B-4CE8-AE4D-186DBC04F8D4}"/>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2" name="Graphic 11" descr="Single gear">
              <a:extLst>
                <a:ext uri="{FF2B5EF4-FFF2-40B4-BE49-F238E27FC236}">
                  <a16:creationId xmlns:a16="http://schemas.microsoft.com/office/drawing/2014/main" xmlns="" id="{90C052C9-F1E0-4264-8CAC-31B0B8F76D6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13" name="Graphic 12" descr="Single gear">
              <a:extLst>
                <a:ext uri="{FF2B5EF4-FFF2-40B4-BE49-F238E27FC236}">
                  <a16:creationId xmlns:a16="http://schemas.microsoft.com/office/drawing/2014/main" xmlns="" id="{892FFF3D-7B2E-44EB-83BA-5453FEC489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xmlns="" id="{CC5A9AF4-A787-49A3-83CF-889F9AEE0D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19" name="Graphic 18" descr="Single gear">
              <a:extLst>
                <a:ext uri="{FF2B5EF4-FFF2-40B4-BE49-F238E27FC236}">
                  <a16:creationId xmlns:a16="http://schemas.microsoft.com/office/drawing/2014/main" xmlns="" id="{B5D192A5-6FE9-49BC-9104-102935BA03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24" name="Text Placeholder 7">
            <a:extLst>
              <a:ext uri="{FF2B5EF4-FFF2-40B4-BE49-F238E27FC236}">
                <a16:creationId xmlns:a16="http://schemas.microsoft.com/office/drawing/2014/main" xmlns="" id="{F099E8F9-E092-4E4C-AB87-FB2B4EC4D0AD}"/>
              </a:ext>
            </a:extLst>
          </p:cNvPr>
          <p:cNvSpPr>
            <a:spLocks noGrp="1"/>
          </p:cNvSpPr>
          <p:nvPr>
            <p:ph type="body" sz="quarter" idx="14"/>
          </p:nvPr>
        </p:nvSpPr>
        <p:spPr>
          <a:xfrm>
            <a:off x="1860549" y="3044624"/>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5" name="Text Placeholder 7">
            <a:extLst>
              <a:ext uri="{FF2B5EF4-FFF2-40B4-BE49-F238E27FC236}">
                <a16:creationId xmlns:a16="http://schemas.microsoft.com/office/drawing/2014/main" xmlns="" id="{782CF4FC-13E5-4A63-BCF2-3AF43B5F15B9}"/>
              </a:ext>
            </a:extLst>
          </p:cNvPr>
          <p:cNvSpPr>
            <a:spLocks noGrp="1"/>
          </p:cNvSpPr>
          <p:nvPr>
            <p:ph type="body" sz="quarter" idx="15"/>
          </p:nvPr>
        </p:nvSpPr>
        <p:spPr>
          <a:xfrm>
            <a:off x="1860549" y="3987398"/>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6" name="Text Placeholder 7">
            <a:extLst>
              <a:ext uri="{FF2B5EF4-FFF2-40B4-BE49-F238E27FC236}">
                <a16:creationId xmlns:a16="http://schemas.microsoft.com/office/drawing/2014/main" xmlns="" id="{8523C4DE-E0C6-4EE1-9145-DA7819174663}"/>
              </a:ext>
            </a:extLst>
          </p:cNvPr>
          <p:cNvSpPr>
            <a:spLocks noGrp="1"/>
          </p:cNvSpPr>
          <p:nvPr>
            <p:ph type="body" sz="quarter" idx="16"/>
          </p:nvPr>
        </p:nvSpPr>
        <p:spPr>
          <a:xfrm>
            <a:off x="1860549" y="4930171"/>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03526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xmlns="" id="{EE363D07-B7E9-4C17-BF5B-ADACCCAD7C6C}"/>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2" name="Graphic 11" descr="Single gear">
              <a:extLst>
                <a:ext uri="{FF2B5EF4-FFF2-40B4-BE49-F238E27FC236}">
                  <a16:creationId xmlns:a16="http://schemas.microsoft.com/office/drawing/2014/main" xmlns="" id="{BF7F7D52-1EF2-49FA-AE87-7BE7232893F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3" name="Graphic 12" descr="Single gear">
              <a:extLst>
                <a:ext uri="{FF2B5EF4-FFF2-40B4-BE49-F238E27FC236}">
                  <a16:creationId xmlns:a16="http://schemas.microsoft.com/office/drawing/2014/main" xmlns="" id="{ACC0D449-4064-40FD-A10D-BE7844EB877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4" name="Graphic 13" descr="Single gear">
              <a:extLst>
                <a:ext uri="{FF2B5EF4-FFF2-40B4-BE49-F238E27FC236}">
                  <a16:creationId xmlns:a16="http://schemas.microsoft.com/office/drawing/2014/main" xmlns="" id="{1FE621D1-1FD9-49E2-99C8-0CB37634CD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xmlns="" id="{0EA6856C-35D0-465E-B0CB-B889D4DA0B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xmlns="" id="{A493FB47-F1DA-40B8-A1F4-115CD1F7084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7" name="Picture 6"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Click to edit Master text styles</a:t>
            </a:r>
          </a:p>
        </p:txBody>
      </p:sp>
      <p:sp>
        <p:nvSpPr>
          <p:cNvPr id="4" name="Date Placeholder 3"/>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a:xfrm>
            <a:off x="10729455" y="2869895"/>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50330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CBF5BF6C-5F7D-464E-B42E-D194CF355A7E}"/>
              </a:ext>
            </a:extLst>
          </p:cNvPr>
          <p:cNvGrpSpPr/>
          <p:nvPr userDrawn="1"/>
        </p:nvGrpSpPr>
        <p:grpSpPr bwMode="ltGray">
          <a:xfrm rot="5400000">
            <a:off x="7096454" y="1615369"/>
            <a:ext cx="4959501" cy="5525761"/>
            <a:chOff x="7232499" y="-159283"/>
            <a:chExt cx="4959501" cy="5525761"/>
          </a:xfrm>
          <a:solidFill>
            <a:srgbClr val="76280B">
              <a:alpha val="60000"/>
            </a:srgbClr>
          </a:solidFill>
        </p:grpSpPr>
        <p:pic>
          <p:nvPicPr>
            <p:cNvPr id="13" name="Graphic 12" descr="Single gear">
              <a:extLst>
                <a:ext uri="{FF2B5EF4-FFF2-40B4-BE49-F238E27FC236}">
                  <a16:creationId xmlns:a16="http://schemas.microsoft.com/office/drawing/2014/main" xmlns="" id="{8F045C13-A0AE-4F21-8EE7-47DCE4B458F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14" name="Graphic 13" descr="Single gear">
              <a:extLst>
                <a:ext uri="{FF2B5EF4-FFF2-40B4-BE49-F238E27FC236}">
                  <a16:creationId xmlns:a16="http://schemas.microsoft.com/office/drawing/2014/main" xmlns="" id="{D5197B13-7446-4E28-A62C-4543D7BD632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15" name="Graphic 14" descr="Single gear">
              <a:extLst>
                <a:ext uri="{FF2B5EF4-FFF2-40B4-BE49-F238E27FC236}">
                  <a16:creationId xmlns:a16="http://schemas.microsoft.com/office/drawing/2014/main" xmlns="" id="{4B5B975A-536D-4192-B3DE-875F5E141AA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486478"/>
              <a:ext cx="2880000" cy="2880000"/>
            </a:xfrm>
            <a:prstGeom prst="rect">
              <a:avLst/>
            </a:prstGeom>
          </p:spPr>
        </p:pic>
        <p:pic>
          <p:nvPicPr>
            <p:cNvPr id="16" name="Graphic 15" descr="Single gear">
              <a:extLst>
                <a:ext uri="{FF2B5EF4-FFF2-40B4-BE49-F238E27FC236}">
                  <a16:creationId xmlns:a16="http://schemas.microsoft.com/office/drawing/2014/main" xmlns="" id="{5BB09BB4-511A-4714-92A7-D9CA09D1FD7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Content Placeholder 2"/>
          <p:cNvSpPr>
            <a:spLocks noGrp="1"/>
          </p:cNvSpPr>
          <p:nvPr>
            <p:ph sz="half" idx="1"/>
          </p:nvPr>
        </p:nvSpPr>
        <p:spPr>
          <a:xfrm>
            <a:off x="680320" y="2336873"/>
            <a:ext cx="4698358" cy="359931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5594123" y="2336873"/>
            <a:ext cx="4700058" cy="359931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76272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xmlns=""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xmlns=""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xmlns=""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xmlns=""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xmlns=""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a:lstStyle/>
          <a:p>
            <a:r>
              <a:rPr lang="en-US" noProof="0" smtClean="0"/>
              <a:t>Click to edit Master title style</a:t>
            </a:r>
            <a:endParaRPr lang="en-US" noProof="0"/>
          </a:p>
        </p:txBody>
      </p:sp>
      <p:sp>
        <p:nvSpPr>
          <p:cNvPr id="3" name="Content Placeholder 2"/>
          <p:cNvSpPr>
            <a:spLocks noGrp="1"/>
          </p:cNvSpPr>
          <p:nvPr>
            <p:ph sz="half" idx="1"/>
          </p:nvPr>
        </p:nvSpPr>
        <p:spPr>
          <a:xfrm>
            <a:off x="2137645" y="2336873"/>
            <a:ext cx="4698358" cy="359931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7051448" y="2336873"/>
            <a:ext cx="4700058" cy="3599316"/>
          </a:xfrm>
        </p:spPr>
        <p:txBody>
          <a:bodyPr anchor="ctr" anchorCtr="0"/>
          <a:lstStyle>
            <a:lvl1pPr algn="ctr">
              <a:defRPr/>
            </a:lvl1pPr>
            <a:lvl2pPr algn="ctr">
              <a:defRPr/>
            </a:lvl2pPr>
            <a:lvl3pPr algn="ctr">
              <a:defRPr/>
            </a:lvl3pPr>
            <a:lvl4pPr algn="ctr">
              <a:defRPr/>
            </a:lvl4pPr>
            <a:lvl5pPr algn="ctr">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a:xfrm>
            <a:off x="9008306" y="5936187"/>
            <a:ext cx="2743200" cy="365125"/>
          </a:xfrm>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a:xfrm>
            <a:off x="2137646"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56705" y="753227"/>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0697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xmlns="" id="{F90C5C8C-B074-498F-921D-CC0B5DF8FBD3}"/>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5" name="Graphic 14" descr="Single gear">
              <a:extLst>
                <a:ext uri="{FF2B5EF4-FFF2-40B4-BE49-F238E27FC236}">
                  <a16:creationId xmlns:a16="http://schemas.microsoft.com/office/drawing/2014/main" xmlns="" id="{C270183A-92E0-49A5-B6BC-F1934676372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6" name="Graphic 15" descr="Single gear">
              <a:extLst>
                <a:ext uri="{FF2B5EF4-FFF2-40B4-BE49-F238E27FC236}">
                  <a16:creationId xmlns:a16="http://schemas.microsoft.com/office/drawing/2014/main" xmlns="" id="{6E086889-5472-4B65-A156-D0B8F369C3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7" name="Graphic 16" descr="Single gear">
              <a:extLst>
                <a:ext uri="{FF2B5EF4-FFF2-40B4-BE49-F238E27FC236}">
                  <a16:creationId xmlns:a16="http://schemas.microsoft.com/office/drawing/2014/main" xmlns="" id="{4BCBF44F-62C7-4F40-99DF-85C459F43E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8" name="Graphic 17" descr="Single gear">
              <a:extLst>
                <a:ext uri="{FF2B5EF4-FFF2-40B4-BE49-F238E27FC236}">
                  <a16:creationId xmlns:a16="http://schemas.microsoft.com/office/drawing/2014/main" xmlns="" id="{ABF64D53-5ED0-4A1D-A7EA-94CDB0D37E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9" name="Graphic 18" descr="Single gear">
              <a:extLst>
                <a:ext uri="{FF2B5EF4-FFF2-40B4-BE49-F238E27FC236}">
                  <a16:creationId xmlns:a16="http://schemas.microsoft.com/office/drawing/2014/main" xmlns="" id="{2565C769-10BF-4E7B-B099-B4FD458436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10" name="Picture 9"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noProof="0" smtClean="0"/>
              <a:t>Click to edit Master title style</a:t>
            </a:r>
            <a:endParaRPr lang="en-US" noProof="0"/>
          </a:p>
        </p:txBody>
      </p:sp>
      <p:sp>
        <p:nvSpPr>
          <p:cNvPr id="3" name="Text Placeholder 2"/>
          <p:cNvSpPr>
            <a:spLocks noGrp="1"/>
          </p:cNvSpPr>
          <p:nvPr>
            <p:ph type="body" idx="1"/>
          </p:nvPr>
        </p:nvSpPr>
        <p:spPr>
          <a:xfrm>
            <a:off x="680320" y="2336873"/>
            <a:ext cx="4698358"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5594123" y="2336873"/>
            <a:ext cx="4700059"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727138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xmlns=""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xmlns=""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xmlns=""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xmlns=""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xmlns=""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a:lstStyle/>
          <a:p>
            <a:r>
              <a:rPr lang="en-US" noProof="0" smtClean="0"/>
              <a:t>Click to edit Master title style</a:t>
            </a:r>
            <a:endParaRPr lang="en-US" noProof="0"/>
          </a:p>
        </p:txBody>
      </p:sp>
      <p:sp>
        <p:nvSpPr>
          <p:cNvPr id="5" name="Date Placeholder 4"/>
          <p:cNvSpPr>
            <a:spLocks noGrp="1"/>
          </p:cNvSpPr>
          <p:nvPr>
            <p:ph type="dt" sz="half" idx="10"/>
          </p:nvPr>
        </p:nvSpPr>
        <p:spPr>
          <a:xfrm>
            <a:off x="9008306" y="5936187"/>
            <a:ext cx="2743200" cy="365125"/>
          </a:xfrm>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a:xfrm>
            <a:off x="2137646"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56705" y="753227"/>
            <a:ext cx="1154151" cy="1090789"/>
          </a:xfrm>
        </p:spPr>
        <p:txBody>
          <a:bodyPr/>
          <a:lstStyle/>
          <a:p>
            <a:fld id="{9E3FA76C-C565-46B6-8652-D75785E2521F}" type="slidenum">
              <a:rPr lang="en-US" noProof="0" smtClean="0"/>
              <a:t>‹#›</a:t>
            </a:fld>
            <a:endParaRPr lang="en-US" noProof="0" dirty="0"/>
          </a:p>
        </p:txBody>
      </p:sp>
      <p:sp>
        <p:nvSpPr>
          <p:cNvPr id="18" name="Content Placeholder 2">
            <a:extLst>
              <a:ext uri="{FF2B5EF4-FFF2-40B4-BE49-F238E27FC236}">
                <a16:creationId xmlns:a16="http://schemas.microsoft.com/office/drawing/2014/main" xmlns="" id="{FD7CD5CF-F924-43C6-9C02-06FBC84A6729}"/>
              </a:ext>
            </a:extLst>
          </p:cNvPr>
          <p:cNvSpPr>
            <a:spLocks noGrp="1"/>
          </p:cNvSpPr>
          <p:nvPr>
            <p:ph idx="1"/>
          </p:nvPr>
        </p:nvSpPr>
        <p:spPr>
          <a:xfrm>
            <a:off x="2137644" y="2161725"/>
            <a:ext cx="9613861" cy="3702647"/>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41318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xmlns=""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xmlns=""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xmlns=""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xmlns=""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xmlns=""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Date Placeholder 2"/>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419934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xmlns=""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xmlns=""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xmlns=""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xmlns=""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xmlns=""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Date Placeholder 2"/>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17" name="Text Placeholder 16">
            <a:extLst>
              <a:ext uri="{FF2B5EF4-FFF2-40B4-BE49-F238E27FC236}">
                <a16:creationId xmlns:a16="http://schemas.microsoft.com/office/drawing/2014/main" xmlns="" id="{D683A405-3ADE-448E-893F-D3D2E11CCA4C}"/>
              </a:ext>
            </a:extLst>
          </p:cNvPr>
          <p:cNvSpPr>
            <a:spLocks noGrp="1"/>
          </p:cNvSpPr>
          <p:nvPr>
            <p:ph type="body" sz="quarter" idx="13"/>
          </p:nvPr>
        </p:nvSpPr>
        <p:spPr>
          <a:xfrm>
            <a:off x="1897819" y="2290763"/>
            <a:ext cx="8396362" cy="3100387"/>
          </a:xfrm>
        </p:spPr>
        <p:txBody>
          <a:bodyPr anchor="ctr">
            <a:normAutofit/>
          </a:bodyPr>
          <a:lstStyle>
            <a:lvl1pPr marL="0" indent="0" algn="ctr">
              <a:buNone/>
              <a:defRPr sz="6000"/>
            </a:lvl1pPr>
          </a:lstStyle>
          <a:p>
            <a:pPr lvl="0"/>
            <a:r>
              <a:rPr lang="en-US" noProof="0" smtClean="0"/>
              <a:t>Click to edit Master text styles</a:t>
            </a:r>
          </a:p>
        </p:txBody>
      </p:sp>
    </p:spTree>
    <p:extLst>
      <p:ext uri="{BB962C8B-B14F-4D97-AF65-F5344CB8AC3E}">
        <p14:creationId xmlns:p14="http://schemas.microsoft.com/office/powerpoint/2010/main" val="46202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AC2D2AED-B2EF-46D8-BC7C-81AE25C80786}"/>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8" name="Graphic 7" descr="Single gear">
              <a:extLst>
                <a:ext uri="{FF2B5EF4-FFF2-40B4-BE49-F238E27FC236}">
                  <a16:creationId xmlns:a16="http://schemas.microsoft.com/office/drawing/2014/main" xmlns="" id="{2F9289FC-9317-4EC5-8064-00D34185019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9" name="Graphic 8" descr="Single gear">
              <a:extLst>
                <a:ext uri="{FF2B5EF4-FFF2-40B4-BE49-F238E27FC236}">
                  <a16:creationId xmlns:a16="http://schemas.microsoft.com/office/drawing/2014/main" xmlns="" id="{09784D29-4AB9-4581-A176-2BC2AD58F8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10" name="Graphic 9" descr="Single gear">
              <a:extLst>
                <a:ext uri="{FF2B5EF4-FFF2-40B4-BE49-F238E27FC236}">
                  <a16:creationId xmlns:a16="http://schemas.microsoft.com/office/drawing/2014/main" xmlns="" id="{25EF2775-3EFB-4A64-8FAF-4D8B56AE073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11" name="Graphic 10" descr="Single gear">
              <a:extLst>
                <a:ext uri="{FF2B5EF4-FFF2-40B4-BE49-F238E27FC236}">
                  <a16:creationId xmlns:a16="http://schemas.microsoft.com/office/drawing/2014/main" xmlns="" id="{A34C11DA-4074-454D-800C-0FC5FBF1CD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5" name="Picture 4"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7354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xmlns=""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xmlns=""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xmlns=""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xmlns=""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anchor="ctr">
            <a:normAutofit/>
          </a:bodyPr>
          <a:lstStyle>
            <a:lvl1pPr>
              <a:defRPr sz="3600"/>
            </a:lvl1pPr>
          </a:lstStyle>
          <a:p>
            <a:r>
              <a:rPr lang="en-US" noProof="0" smtClean="0"/>
              <a:t>Click to edit Master title style</a:t>
            </a:r>
            <a:endParaRPr lang="en-US" noProof="0"/>
          </a:p>
        </p:txBody>
      </p:sp>
      <p:sp>
        <p:nvSpPr>
          <p:cNvPr id="3" name="Content Placeholder 2"/>
          <p:cNvSpPr>
            <a:spLocks noGrp="1"/>
          </p:cNvSpPr>
          <p:nvPr>
            <p:ph idx="1"/>
          </p:nvPr>
        </p:nvSpPr>
        <p:spPr>
          <a:xfrm>
            <a:off x="6438446" y="2336873"/>
            <a:ext cx="5608336" cy="3599313"/>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24329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a:xfrm>
            <a:off x="9303581" y="5936187"/>
            <a:ext cx="2743200" cy="365125"/>
          </a:xfrm>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a:xfrm>
            <a:off x="2432921"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40074" y="753227"/>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2070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xmlns=""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xmlns=""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xmlns=""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xmlns=""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anchor="ctr">
            <a:normAutofit/>
          </a:bodyPr>
          <a:lstStyle>
            <a:lvl1pPr>
              <a:defRPr sz="3600"/>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2432922" y="2336872"/>
            <a:ext cx="2620817"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a:xfrm>
            <a:off x="9303581" y="5936187"/>
            <a:ext cx="2743200" cy="365125"/>
          </a:xfrm>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a:xfrm>
            <a:off x="2432921"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40074" y="753227"/>
            <a:ext cx="1154151" cy="1090789"/>
          </a:xfrm>
        </p:spPr>
        <p:txBody>
          <a:bodyPr/>
          <a:lstStyle/>
          <a:p>
            <a:fld id="{9E3FA76C-C565-46B6-8652-D75785E2521F}" type="slidenum">
              <a:rPr lang="en-US" noProof="0" smtClean="0"/>
              <a:t>‹#›</a:t>
            </a:fld>
            <a:endParaRPr lang="en-US" noProof="0" dirty="0"/>
          </a:p>
        </p:txBody>
      </p:sp>
      <p:sp>
        <p:nvSpPr>
          <p:cNvPr id="16" name="Picture Placeholder 2">
            <a:extLst>
              <a:ext uri="{FF2B5EF4-FFF2-40B4-BE49-F238E27FC236}">
                <a16:creationId xmlns:a16="http://schemas.microsoft.com/office/drawing/2014/main" xmlns="" id="{5E59F855-D2A7-4662-804E-17B59CD1A41D}"/>
              </a:ext>
            </a:extLst>
          </p:cNvPr>
          <p:cNvSpPr>
            <a:spLocks noGrp="1"/>
          </p:cNvSpPr>
          <p:nvPr>
            <p:ph type="pic" idx="1"/>
          </p:nvPr>
        </p:nvSpPr>
        <p:spPr>
          <a:xfrm>
            <a:off x="5213022" y="2327474"/>
            <a:ext cx="6833757" cy="36087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2275739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1090482"/>
          </a:xfrm>
        </p:spPr>
        <p:txBody>
          <a:bodyPr anchor="ctr" anchorCtr="0">
            <a:normAutofit/>
          </a:bodyPr>
          <a:lstStyle>
            <a:lvl1pPr>
              <a:defRPr sz="2400"/>
            </a:lvl1pPr>
          </a:lstStyle>
          <a:p>
            <a:r>
              <a:rPr lang="en-US" noProof="0" smtClean="0"/>
              <a:t>Click to edit Master title style</a:t>
            </a:r>
            <a:endParaRPr lang="en-US" noProof="0"/>
          </a:p>
        </p:txBody>
      </p:sp>
      <p:sp>
        <p:nvSpPr>
          <p:cNvPr id="5" name="Date Placeholder 4"/>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11309"/>
            <a:ext cx="1154151" cy="1090789"/>
          </a:xfrm>
        </p:spPr>
        <p:txBody>
          <a:bodyPr/>
          <a:lstStyle/>
          <a:p>
            <a:fld id="{9E3FA76C-C565-46B6-8652-D75785E2521F}" type="slidenum">
              <a:rPr lang="en-US" noProof="0" smtClean="0"/>
              <a:t>‹#›</a:t>
            </a:fld>
            <a:endParaRPr lang="en-US" noProof="0" dirty="0"/>
          </a:p>
        </p:txBody>
      </p:sp>
      <p:sp>
        <p:nvSpPr>
          <p:cNvPr id="13" name="SmartArt Placeholder 12">
            <a:extLst>
              <a:ext uri="{FF2B5EF4-FFF2-40B4-BE49-F238E27FC236}">
                <a16:creationId xmlns:a16="http://schemas.microsoft.com/office/drawing/2014/main" xmlns="" id="{DBD7FBFD-679C-4A5B-A176-220004B60453}"/>
              </a:ext>
            </a:extLst>
          </p:cNvPr>
          <p:cNvSpPr>
            <a:spLocks noGrp="1"/>
          </p:cNvSpPr>
          <p:nvPr>
            <p:ph type="dgm" sz="quarter" idx="13"/>
          </p:nvPr>
        </p:nvSpPr>
        <p:spPr>
          <a:xfrm>
            <a:off x="680321" y="386862"/>
            <a:ext cx="9614617" cy="3867638"/>
          </a:xfrm>
        </p:spPr>
        <p:txBody>
          <a:bodyPr/>
          <a:lstStyle/>
          <a:p>
            <a:r>
              <a:rPr lang="en-US" noProof="0" smtClean="0"/>
              <a:t>Click icon to add SmartArt graphic</a:t>
            </a:r>
            <a:endParaRPr lang="en-US" noProof="0" dirty="0"/>
          </a:p>
        </p:txBody>
      </p:sp>
    </p:spTree>
    <p:extLst>
      <p:ext uri="{BB962C8B-B14F-4D97-AF65-F5344CB8AC3E}">
        <p14:creationId xmlns:p14="http://schemas.microsoft.com/office/powerpoint/2010/main" val="3525996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22B243BA-55F2-42F1-B294-0EB708FCD888}"/>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xmlns="" id="{46408269-63CF-4017-AC0D-C35B044D307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xmlns="" id="{7A3695B4-ADE3-45A9-8119-67D5F83A8C3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xmlns="" id="{6B8F0030-0551-4558-8533-64D2E4838D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xmlns="" id="{59607E3E-29E0-44E4-899A-0955FA4D367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xmlns="" id="{AD4251FC-462A-4B83-9F84-2358E52E31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11615"/>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2514006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xmlns="" id="{D7FCAB52-C8F0-4659-9B95-C792632631CE}"/>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9" name="Graphic 18" descr="Single gear">
              <a:extLst>
                <a:ext uri="{FF2B5EF4-FFF2-40B4-BE49-F238E27FC236}">
                  <a16:creationId xmlns:a16="http://schemas.microsoft.com/office/drawing/2014/main" xmlns="" id="{5E98770F-9E46-4F69-9A76-F671813AF57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20" name="Graphic 19" descr="Single gear">
              <a:extLst>
                <a:ext uri="{FF2B5EF4-FFF2-40B4-BE49-F238E27FC236}">
                  <a16:creationId xmlns:a16="http://schemas.microsoft.com/office/drawing/2014/main" xmlns="" id="{F08BF8CF-C3C2-4767-B88B-DE07E6A628E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21" name="Graphic 20" descr="Single gear">
              <a:extLst>
                <a:ext uri="{FF2B5EF4-FFF2-40B4-BE49-F238E27FC236}">
                  <a16:creationId xmlns:a16="http://schemas.microsoft.com/office/drawing/2014/main" xmlns="" id="{E63AFEB7-4AAE-448E-8B0B-C2F2287771A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22" name="Graphic 21" descr="Single gear">
              <a:extLst>
                <a:ext uri="{FF2B5EF4-FFF2-40B4-BE49-F238E27FC236}">
                  <a16:creationId xmlns:a16="http://schemas.microsoft.com/office/drawing/2014/main" xmlns="" id="{E279C731-1AAF-453A-94B0-6CC2920395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11" name="Picture 10"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noProof="0" smtClean="0"/>
              <a:t>Click to edit Master title style</a:t>
            </a:r>
            <a:endParaRPr lang="en-US" noProof="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09925"/>
            <a:ext cx="1154151" cy="1090789"/>
          </a:xfrm>
        </p:spPr>
        <p:txBody>
          <a:bodyPr/>
          <a:lstStyle/>
          <a:p>
            <a:fld id="{9E3FA76C-C565-46B6-8652-D75785E2521F}" type="slidenum">
              <a:rPr lang="en-US" noProof="0" smtClean="0"/>
              <a:t>‹#›</a:t>
            </a:fld>
            <a:endParaRPr lang="en-US" noProof="0"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noProof="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noProof="0" dirty="0">
                <a:solidFill>
                  <a:schemeClr val="tx1"/>
                </a:solidFill>
                <a:effectLst/>
              </a:rPr>
              <a:t>”</a:t>
            </a:r>
          </a:p>
        </p:txBody>
      </p:sp>
    </p:spTree>
    <p:extLst>
      <p:ext uri="{BB962C8B-B14F-4D97-AF65-F5344CB8AC3E}">
        <p14:creationId xmlns:p14="http://schemas.microsoft.com/office/powerpoint/2010/main" val="333132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8CB2BD5A-C0EC-4AC1-BBF1-851D8321B964}"/>
              </a:ext>
            </a:extLst>
          </p:cNvPr>
          <p:cNvGrpSpPr/>
          <p:nvPr userDrawn="1"/>
        </p:nvGrpSpPr>
        <p:grpSpPr>
          <a:xfrm rot="5400000">
            <a:off x="188826" y="1282475"/>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xmlns="" id="{538A56DB-6938-460F-9BB3-A0A34C234B3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xmlns="" id="{E2A1D679-9D00-4DC7-82EC-B6C33270E7F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xmlns="" id="{8DFB6E86-77FA-4731-B7FA-5A63254A3E6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xmlns="" id="{982D40F0-DDB8-45E0-B9D1-5964842C73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xmlns="" id="{D744A42C-4948-489C-8EB2-12C65C47E9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9" name="Picture 8"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189" y="5928628"/>
            <a:ext cx="10437812" cy="321164"/>
          </a:xfrm>
          <a:prstGeom prst="rect">
            <a:avLst/>
          </a:prstGeom>
        </p:spPr>
      </p:pic>
      <p:sp>
        <p:nvSpPr>
          <p:cNvPr id="11" name="Rectangle 10"/>
          <p:cNvSpPr/>
          <p:nvPr/>
        </p:nvSpPr>
        <p:spPr bwMode="ltGray">
          <a:xfrm>
            <a:off x="1754188"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4931" y="4556102"/>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77332" y="4711615"/>
            <a:ext cx="9613862" cy="588535"/>
          </a:xfrm>
        </p:spPr>
        <p:txBody>
          <a:bodyPr anchor="b"/>
          <a:lstStyle>
            <a:lvl1pPr>
              <a:defRPr sz="3200"/>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2177333"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5" name="Date Placeholder 4"/>
          <p:cNvSpPr>
            <a:spLocks noGrp="1"/>
          </p:cNvSpPr>
          <p:nvPr>
            <p:ph type="dt" sz="half" idx="10"/>
          </p:nvPr>
        </p:nvSpPr>
        <p:spPr>
          <a:xfrm>
            <a:off x="9047994" y="5936187"/>
            <a:ext cx="2743200" cy="365125"/>
          </a:xfrm>
        </p:spPr>
        <p:txBody>
          <a:bodyPr/>
          <a:lstStyle/>
          <a:p>
            <a:fld id="{616D6166-2B42-4F11-BAA6-8ABAE1BE810C}" type="datetimeFigureOut">
              <a:rPr lang="en-US" noProof="0" smtClean="0"/>
              <a:t>11/18/2022</a:t>
            </a:fld>
            <a:endParaRPr lang="en-US" noProof="0" dirty="0"/>
          </a:p>
        </p:txBody>
      </p:sp>
      <p:sp>
        <p:nvSpPr>
          <p:cNvPr id="6" name="Footer Placeholder 5"/>
          <p:cNvSpPr>
            <a:spLocks noGrp="1"/>
          </p:cNvSpPr>
          <p:nvPr>
            <p:ph type="ftr" sz="quarter" idx="11"/>
          </p:nvPr>
        </p:nvSpPr>
        <p:spPr>
          <a:xfrm>
            <a:off x="2177334"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38697" y="4698039"/>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568936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xmlns="" id="{BFC60FB4-27C2-4896-9B64-2DFE33815CE2}"/>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24" name="Graphic 23" descr="Single gear">
              <a:extLst>
                <a:ext uri="{FF2B5EF4-FFF2-40B4-BE49-F238E27FC236}">
                  <a16:creationId xmlns:a16="http://schemas.microsoft.com/office/drawing/2014/main" xmlns="" id="{EE89D477-BED5-4149-965A-0C122D97A01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25" name="Graphic 24" descr="Single gear">
              <a:extLst>
                <a:ext uri="{FF2B5EF4-FFF2-40B4-BE49-F238E27FC236}">
                  <a16:creationId xmlns:a16="http://schemas.microsoft.com/office/drawing/2014/main" xmlns="" id="{5CCE09A4-D09F-43A2-8459-2E9D3E96029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26" name="Graphic 25" descr="Single gear">
              <a:extLst>
                <a:ext uri="{FF2B5EF4-FFF2-40B4-BE49-F238E27FC236}">
                  <a16:creationId xmlns:a16="http://schemas.microsoft.com/office/drawing/2014/main" xmlns="" id="{9A46A1B3-2A0B-4FFE-AE15-A11187E434D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184726"/>
              <a:ext cx="2880000" cy="2880000"/>
            </a:xfrm>
            <a:prstGeom prst="rect">
              <a:avLst/>
            </a:prstGeom>
          </p:spPr>
        </p:pic>
        <p:pic>
          <p:nvPicPr>
            <p:cNvPr id="27" name="Graphic 26" descr="Single gear">
              <a:extLst>
                <a:ext uri="{FF2B5EF4-FFF2-40B4-BE49-F238E27FC236}">
                  <a16:creationId xmlns:a16="http://schemas.microsoft.com/office/drawing/2014/main" xmlns="" id="{D4F4A02A-94BC-4984-A372-3B77FC854C2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noProof="0" smtClean="0"/>
              <a:t>Click to edit Master title style</a:t>
            </a:r>
            <a:endParaRPr lang="en-US" noProof="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3" name="Date Placeholder 2"/>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52837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xmlns="" id="{D1F89FDF-9788-47AD-B230-0314E7C8D087}"/>
              </a:ext>
            </a:extLst>
          </p:cNvPr>
          <p:cNvGrpSpPr/>
          <p:nvPr userDrawn="1"/>
        </p:nvGrpSpPr>
        <p:grpSpPr>
          <a:xfrm rot="10800000">
            <a:off x="99308" y="75467"/>
            <a:ext cx="5378800" cy="5588856"/>
            <a:chOff x="-424090" y="303112"/>
            <a:chExt cx="5378800" cy="5588856"/>
          </a:xfrm>
          <a:solidFill>
            <a:srgbClr val="F6BF73">
              <a:alpha val="30196"/>
            </a:srgbClr>
          </a:solidFill>
        </p:grpSpPr>
        <p:pic>
          <p:nvPicPr>
            <p:cNvPr id="19" name="Graphic 18" descr="Single gear">
              <a:extLst>
                <a:ext uri="{FF2B5EF4-FFF2-40B4-BE49-F238E27FC236}">
                  <a16:creationId xmlns:a16="http://schemas.microsoft.com/office/drawing/2014/main" xmlns="" id="{9CD6B783-A97E-437E-B4E2-F7D761F0A2E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195" t="12276" r="8371" b="1368"/>
            <a:stretch/>
          </p:blipFill>
          <p:spPr>
            <a:xfrm rot="5400000">
              <a:off x="1442081" y="2451153"/>
              <a:ext cx="3275424" cy="3606205"/>
            </a:xfrm>
            <a:prstGeom prst="rect">
              <a:avLst/>
            </a:prstGeom>
          </p:spPr>
        </p:pic>
        <p:pic>
          <p:nvPicPr>
            <p:cNvPr id="20" name="Graphic 19" descr="Single gear">
              <a:extLst>
                <a:ext uri="{FF2B5EF4-FFF2-40B4-BE49-F238E27FC236}">
                  <a16:creationId xmlns:a16="http://schemas.microsoft.com/office/drawing/2014/main" xmlns="" id="{4699BB72-0480-4165-8D15-316CEED8CE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1092764" y="303112"/>
              <a:ext cx="2880000" cy="2880000"/>
            </a:xfrm>
            <a:prstGeom prst="rect">
              <a:avLst/>
            </a:prstGeom>
          </p:spPr>
        </p:pic>
        <p:pic>
          <p:nvPicPr>
            <p:cNvPr id="21" name="Graphic 20" descr="Single gear">
              <a:extLst>
                <a:ext uri="{FF2B5EF4-FFF2-40B4-BE49-F238E27FC236}">
                  <a16:creationId xmlns:a16="http://schemas.microsoft.com/office/drawing/2014/main" xmlns="" id="{685C07D9-1911-4085-8555-C992A61B1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424090" y="1817280"/>
              <a:ext cx="2880000" cy="2880000"/>
            </a:xfrm>
            <a:prstGeom prst="rect">
              <a:avLst/>
            </a:prstGeom>
          </p:spPr>
        </p:pic>
        <p:pic>
          <p:nvPicPr>
            <p:cNvPr id="22" name="Graphic 21" descr="Single gear">
              <a:extLst>
                <a:ext uri="{FF2B5EF4-FFF2-40B4-BE49-F238E27FC236}">
                  <a16:creationId xmlns:a16="http://schemas.microsoft.com/office/drawing/2014/main" xmlns="" id="{D621B3C3-2371-4ED0-BC1D-87AABF852B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625457" y="4024986"/>
              <a:ext cx="1620000" cy="1620000"/>
            </a:xfrm>
            <a:prstGeom prst="rect">
              <a:avLst/>
            </a:prstGeom>
          </p:spPr>
        </p:pic>
        <p:pic>
          <p:nvPicPr>
            <p:cNvPr id="23" name="Graphic 22" descr="Single gear">
              <a:extLst>
                <a:ext uri="{FF2B5EF4-FFF2-40B4-BE49-F238E27FC236}">
                  <a16:creationId xmlns:a16="http://schemas.microsoft.com/office/drawing/2014/main" xmlns="" id="{D7D15287-50FE-4441-BA06-D454D73F7E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a:off x="3226710" y="1355170"/>
              <a:ext cx="1728000" cy="1728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076"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3" name="Date Placeholder 2"/>
          <p:cNvSpPr>
            <a:spLocks noGrp="1"/>
          </p:cNvSpPr>
          <p:nvPr>
            <p:ph type="dt" sz="half" idx="10"/>
          </p:nvPr>
        </p:nvSpPr>
        <p:spPr>
          <a:xfrm>
            <a:off x="8989256" y="5936187"/>
            <a:ext cx="2743200" cy="365125"/>
          </a:xfrm>
        </p:spPr>
        <p:txBody>
          <a:bodyPr/>
          <a:lstStyle/>
          <a:p>
            <a:fld id="{616D6166-2B42-4F11-BAA6-8ABAE1BE810C}" type="datetimeFigureOut">
              <a:rPr lang="en-US" noProof="0" smtClean="0"/>
              <a:t>11/18/2022</a:t>
            </a:fld>
            <a:endParaRPr lang="en-US" noProof="0" dirty="0"/>
          </a:p>
        </p:txBody>
      </p:sp>
      <p:sp>
        <p:nvSpPr>
          <p:cNvPr id="4" name="Footer Placeholder 3"/>
          <p:cNvSpPr>
            <a:spLocks noGrp="1"/>
          </p:cNvSpPr>
          <p:nvPr>
            <p:ph type="ftr" sz="quarter" idx="11"/>
          </p:nvPr>
        </p:nvSpPr>
        <p:spPr>
          <a:xfrm>
            <a:off x="2118596" y="5936188"/>
            <a:ext cx="6870660" cy="365125"/>
          </a:xfrm>
        </p:spPr>
        <p:txBody>
          <a:bodyPr/>
          <a:lstStyle/>
          <a:p>
            <a:r>
              <a:rPr lang="en-US" noProof="0" dirty="0"/>
              <a:t>Add a footer</a:t>
            </a:r>
          </a:p>
        </p:txBody>
      </p:sp>
      <p:sp>
        <p:nvSpPr>
          <p:cNvPr id="5" name="Slide Number Placeholder 4"/>
          <p:cNvSpPr>
            <a:spLocks noGrp="1"/>
          </p:cNvSpPr>
          <p:nvPr>
            <p:ph type="sldNum" sz="quarter" idx="12"/>
          </p:nvPr>
        </p:nvSpPr>
        <p:spPr>
          <a:xfrm>
            <a:off x="140493" y="748304"/>
            <a:ext cx="1154151" cy="1090789"/>
          </a:xfrm>
        </p:spPr>
        <p:txBody>
          <a:bodyPr/>
          <a:lstStyle/>
          <a:p>
            <a:fld id="{9E3FA76C-C565-46B6-8652-D75785E2521F}" type="slidenum">
              <a:rPr lang="en-US" noProof="0" smtClean="0"/>
              <a:t>‹#›</a:t>
            </a:fld>
            <a:endParaRPr lang="en-US" noProof="0" dirty="0"/>
          </a:p>
        </p:txBody>
      </p:sp>
      <p:cxnSp>
        <p:nvCxnSpPr>
          <p:cNvPr id="33" name="Straight Connector 32">
            <a:extLst>
              <a:ext uri="{FF2B5EF4-FFF2-40B4-BE49-F238E27FC236}">
                <a16:creationId xmlns:a16="http://schemas.microsoft.com/office/drawing/2014/main" xmlns="" id="{2664D24B-EA78-4E18-9226-569365267E5E}"/>
              </a:ext>
            </a:extLst>
          </p:cNvPr>
          <p:cNvCxnSpPr/>
          <p:nvPr userDrawn="1"/>
        </p:nvCxnSpPr>
        <p:spPr>
          <a:xfrm>
            <a:off x="85711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Title 1">
            <a:extLst>
              <a:ext uri="{FF2B5EF4-FFF2-40B4-BE49-F238E27FC236}">
                <a16:creationId xmlns:a16="http://schemas.microsoft.com/office/drawing/2014/main" xmlns="" id="{5BE17E03-04A7-46ED-8623-88DFFD7E30B0}"/>
              </a:ext>
            </a:extLst>
          </p:cNvPr>
          <p:cNvSpPr txBox="1">
            <a:spLocks/>
          </p:cNvSpPr>
          <p:nvPr userDrawn="1"/>
        </p:nvSpPr>
        <p:spPr>
          <a:xfrm>
            <a:off x="2106131" y="790252"/>
            <a:ext cx="306080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endParaRPr lang="en-US" sz="2400" noProof="0" dirty="0"/>
          </a:p>
        </p:txBody>
      </p:sp>
      <p:cxnSp>
        <p:nvCxnSpPr>
          <p:cNvPr id="38" name="Straight Connector 37">
            <a:extLst>
              <a:ext uri="{FF2B5EF4-FFF2-40B4-BE49-F238E27FC236}">
                <a16:creationId xmlns:a16="http://schemas.microsoft.com/office/drawing/2014/main" xmlns="" id="{A3840076-AFCB-4C84-8E23-85DAD3CBEF3E}"/>
              </a:ext>
            </a:extLst>
          </p:cNvPr>
          <p:cNvCxnSpPr/>
          <p:nvPr userDrawn="1"/>
        </p:nvCxnSpPr>
        <p:spPr>
          <a:xfrm>
            <a:off x="52945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xmlns="" id="{BBA20603-8433-4B38-976F-F18CF78D6BF9}"/>
              </a:ext>
            </a:extLst>
          </p:cNvPr>
          <p:cNvSpPr>
            <a:spLocks noGrp="1"/>
          </p:cNvSpPr>
          <p:nvPr>
            <p:ph type="title"/>
          </p:nvPr>
        </p:nvSpPr>
        <p:spPr>
          <a:xfrm>
            <a:off x="2106132" y="735087"/>
            <a:ext cx="3060802" cy="1080938"/>
          </a:xfrm>
        </p:spPr>
        <p:txBody>
          <a:bodyPr anchor="ctr" anchorCtr="0"/>
          <a:lstStyle>
            <a:lvl1pPr algn="ctr">
              <a:defRPr/>
            </a:lvl1pPr>
          </a:lstStyle>
          <a:p>
            <a:r>
              <a:rPr lang="en-US" noProof="0" smtClean="0"/>
              <a:t>Click to edit Master title style</a:t>
            </a:r>
            <a:endParaRPr lang="en-US" noProof="0"/>
          </a:p>
        </p:txBody>
      </p:sp>
      <p:sp>
        <p:nvSpPr>
          <p:cNvPr id="53" name="Text Placeholder 52">
            <a:extLst>
              <a:ext uri="{FF2B5EF4-FFF2-40B4-BE49-F238E27FC236}">
                <a16:creationId xmlns:a16="http://schemas.microsoft.com/office/drawing/2014/main" xmlns="" id="{EF340F6C-3335-49B0-AE89-7103CA6A7F5E}"/>
              </a:ext>
            </a:extLst>
          </p:cNvPr>
          <p:cNvSpPr>
            <a:spLocks noGrp="1"/>
          </p:cNvSpPr>
          <p:nvPr>
            <p:ph type="body" sz="quarter" idx="18"/>
          </p:nvPr>
        </p:nvSpPr>
        <p:spPr>
          <a:xfrm>
            <a:off x="5384611" y="735013"/>
            <a:ext cx="3060700" cy="1081087"/>
          </a:xfrm>
        </p:spPr>
        <p:txBody>
          <a:bodyPr anchor="ctr" anchorCtr="0">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noProof="0" smtClean="0"/>
              <a:t>Click to edit Master text styles</a:t>
            </a:r>
          </a:p>
        </p:txBody>
      </p:sp>
      <p:sp>
        <p:nvSpPr>
          <p:cNvPr id="55" name="Text Placeholder 54">
            <a:extLst>
              <a:ext uri="{FF2B5EF4-FFF2-40B4-BE49-F238E27FC236}">
                <a16:creationId xmlns:a16="http://schemas.microsoft.com/office/drawing/2014/main" xmlns="" id="{1F0AD31D-2FFB-40A9-96C2-F4EE3869BC54}"/>
              </a:ext>
            </a:extLst>
          </p:cNvPr>
          <p:cNvSpPr>
            <a:spLocks noGrp="1"/>
          </p:cNvSpPr>
          <p:nvPr>
            <p:ph type="body" sz="quarter" idx="19"/>
          </p:nvPr>
        </p:nvSpPr>
        <p:spPr>
          <a:xfrm>
            <a:off x="8662988" y="746125"/>
            <a:ext cx="3070225" cy="1058862"/>
          </a:xfrm>
        </p:spPr>
        <p:txBody>
          <a:bodyPr anchor="ctr" anchorCtr="0">
            <a:noAutofit/>
          </a:bodyPr>
          <a:lstStyle>
            <a:lvl1pPr marL="0" indent="0" algn="ctr">
              <a:buNone/>
              <a:defRPr sz="3600">
                <a:latin typeface="+mj-lt"/>
              </a:defRPr>
            </a:lvl1pPr>
            <a:lvl2pPr algn="ctr">
              <a:defRPr sz="3600">
                <a:latin typeface="+mj-lt"/>
              </a:defRPr>
            </a:lvl2pPr>
            <a:lvl3pPr algn="ctr">
              <a:defRPr sz="3600">
                <a:latin typeface="+mj-lt"/>
              </a:defRPr>
            </a:lvl3pPr>
            <a:lvl4pPr algn="ctr">
              <a:defRPr sz="3600">
                <a:latin typeface="+mj-lt"/>
              </a:defRPr>
            </a:lvl4pPr>
            <a:lvl5pPr algn="ctr">
              <a:defRPr sz="3600">
                <a:latin typeface="+mj-lt"/>
              </a:defRPr>
            </a:lvl5pPr>
          </a:lstStyle>
          <a:p>
            <a:pPr lvl="0"/>
            <a:r>
              <a:rPr lang="en-US" noProof="0" smtClean="0"/>
              <a:t>Click to edit Master text styles</a:t>
            </a:r>
          </a:p>
        </p:txBody>
      </p:sp>
      <p:sp>
        <p:nvSpPr>
          <p:cNvPr id="57" name="Content Placeholder 56">
            <a:extLst>
              <a:ext uri="{FF2B5EF4-FFF2-40B4-BE49-F238E27FC236}">
                <a16:creationId xmlns:a16="http://schemas.microsoft.com/office/drawing/2014/main" xmlns="" id="{52B689E9-5B4C-4CC0-AAA4-847EB66C3302}"/>
              </a:ext>
            </a:extLst>
          </p:cNvPr>
          <p:cNvSpPr>
            <a:spLocks noGrp="1"/>
          </p:cNvSpPr>
          <p:nvPr>
            <p:ph sz="quarter" idx="20"/>
          </p:nvPr>
        </p:nvSpPr>
        <p:spPr>
          <a:xfrm>
            <a:off x="2106131" y="2116138"/>
            <a:ext cx="3060802" cy="371316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8" name="Content Placeholder 56">
            <a:extLst>
              <a:ext uri="{FF2B5EF4-FFF2-40B4-BE49-F238E27FC236}">
                <a16:creationId xmlns:a16="http://schemas.microsoft.com/office/drawing/2014/main" xmlns="" id="{1D5202CC-08D0-4157-9CB3-AA1EF4A2C855}"/>
              </a:ext>
            </a:extLst>
          </p:cNvPr>
          <p:cNvSpPr>
            <a:spLocks noGrp="1"/>
          </p:cNvSpPr>
          <p:nvPr>
            <p:ph sz="quarter" idx="21"/>
          </p:nvPr>
        </p:nvSpPr>
        <p:spPr>
          <a:xfrm>
            <a:off x="5384611" y="2103211"/>
            <a:ext cx="3060802" cy="371316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9" name="Content Placeholder 56">
            <a:extLst>
              <a:ext uri="{FF2B5EF4-FFF2-40B4-BE49-F238E27FC236}">
                <a16:creationId xmlns:a16="http://schemas.microsoft.com/office/drawing/2014/main" xmlns="" id="{7BE8E782-50B7-4C4E-BEA5-DDA27E0F6817}"/>
              </a:ext>
            </a:extLst>
          </p:cNvPr>
          <p:cNvSpPr>
            <a:spLocks noGrp="1"/>
          </p:cNvSpPr>
          <p:nvPr>
            <p:ph sz="quarter" idx="22"/>
          </p:nvPr>
        </p:nvSpPr>
        <p:spPr>
          <a:xfrm>
            <a:off x="8659892" y="2097613"/>
            <a:ext cx="3060802" cy="371316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7253014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 Column">
    <p:bg bwMode="blackWhite">
      <p:bgRef idx="1003">
        <a:schemeClr val="bg2"/>
      </p:bgRef>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xmlns="" id="{2C074DF2-6D4F-4B58-A82E-6322DB69A6CC}"/>
              </a:ext>
            </a:extLst>
          </p:cNvPr>
          <p:cNvGrpSpPr/>
          <p:nvPr userDrawn="1"/>
        </p:nvGrpSpPr>
        <p:grpSpPr bwMode="ltGray">
          <a:xfrm>
            <a:off x="7232499" y="-159283"/>
            <a:ext cx="4959501" cy="5242297"/>
            <a:chOff x="7232499" y="-159283"/>
            <a:chExt cx="4959501" cy="5242297"/>
          </a:xfrm>
          <a:solidFill>
            <a:srgbClr val="76280B">
              <a:alpha val="60000"/>
            </a:srgbClr>
          </a:solidFill>
        </p:grpSpPr>
        <p:pic>
          <p:nvPicPr>
            <p:cNvPr id="29" name="Graphic 28" descr="Single gear">
              <a:extLst>
                <a:ext uri="{FF2B5EF4-FFF2-40B4-BE49-F238E27FC236}">
                  <a16:creationId xmlns:a16="http://schemas.microsoft.com/office/drawing/2014/main" xmlns="" id="{B9A8CB2C-0A50-43EC-A2C7-F536FF84DE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t="18078" r="23442"/>
            <a:stretch/>
          </p:blipFill>
          <p:spPr bwMode="ltGray">
            <a:xfrm>
              <a:off x="8994950" y="0"/>
              <a:ext cx="3197050" cy="3421066"/>
            </a:xfrm>
            <a:prstGeom prst="rect">
              <a:avLst/>
            </a:prstGeom>
          </p:spPr>
        </p:pic>
        <p:pic>
          <p:nvPicPr>
            <p:cNvPr id="31" name="Graphic 30" descr="Single gear">
              <a:extLst>
                <a:ext uri="{FF2B5EF4-FFF2-40B4-BE49-F238E27FC236}">
                  <a16:creationId xmlns:a16="http://schemas.microsoft.com/office/drawing/2014/main" xmlns="" id="{71F3D36D-2C1A-4D06-A27F-6A64AA11889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7232499" y="667872"/>
              <a:ext cx="2880000" cy="2880000"/>
            </a:xfrm>
            <a:prstGeom prst="rect">
              <a:avLst/>
            </a:prstGeom>
          </p:spPr>
        </p:pic>
        <p:pic>
          <p:nvPicPr>
            <p:cNvPr id="32" name="Graphic 31" descr="Single gear">
              <a:extLst>
                <a:ext uri="{FF2B5EF4-FFF2-40B4-BE49-F238E27FC236}">
                  <a16:creationId xmlns:a16="http://schemas.microsoft.com/office/drawing/2014/main" xmlns="" id="{61F0F601-D5AC-45C0-92B6-2376085B0D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746667" y="2203014"/>
              <a:ext cx="2880000" cy="2880000"/>
            </a:xfrm>
            <a:prstGeom prst="rect">
              <a:avLst/>
            </a:prstGeom>
          </p:spPr>
        </p:pic>
        <p:pic>
          <p:nvPicPr>
            <p:cNvPr id="33" name="Graphic 32" descr="Single gear">
              <a:extLst>
                <a:ext uri="{FF2B5EF4-FFF2-40B4-BE49-F238E27FC236}">
                  <a16:creationId xmlns:a16="http://schemas.microsoft.com/office/drawing/2014/main" xmlns="" id="{DE792A6A-B423-4979-BD59-4CD4A74069B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noProof="0" smtClean="0"/>
              <a:t>Click to edit Master title style</a:t>
            </a:r>
            <a:endParaRPr lang="en-US" noProof="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smtClean="0"/>
              <a:t>Click icon to add picture</a:t>
            </a:r>
            <a:endParaRPr lang="en-US" noProof="0"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smtClean="0"/>
              <a:t>Click icon to add picture</a:t>
            </a:r>
            <a:endParaRPr lang="en-US" noProof="0"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smtClean="0"/>
              <a:t>Click icon to add picture</a:t>
            </a:r>
            <a:endParaRPr lang="en-US" noProof="0"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Click to edit Master text styles</a:t>
            </a:r>
          </a:p>
        </p:txBody>
      </p:sp>
      <p:sp>
        <p:nvSpPr>
          <p:cNvPr id="3" name="Date Placeholder 2"/>
          <p:cNvSpPr>
            <a:spLocks noGrp="1"/>
          </p:cNvSpPr>
          <p:nvPr>
            <p:ph type="dt" sz="half" idx="10"/>
          </p:nvPr>
        </p:nvSpPr>
        <p:spPr/>
        <p:txBody>
          <a:bodyPr/>
          <a:lstStyle/>
          <a:p>
            <a:fld id="{616D6166-2B42-4F11-BAA6-8ABAE1BE810C}" type="datetimeFigureOut">
              <a:rPr lang="en-US" noProof="0" smtClean="0"/>
              <a:t>11/18/2022</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202556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1">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16D6166-2B42-4F11-BAA6-8ABAE1BE810C}" type="datetimeFigureOut">
              <a:rPr lang="en-US" noProof="0" smtClean="0"/>
              <a:t>11/18/2022</a:t>
            </a:fld>
            <a:endParaRPr lang="en-US" noProof="0"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noProof="0" dirty="0"/>
              <a:t>Add a footer</a:t>
            </a: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8322647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9" r:id="rId5"/>
    <p:sldLayoutId id="2147483665" r:id="rId6"/>
    <p:sldLayoutId id="2147483680" r:id="rId7"/>
    <p:sldLayoutId id="2147483666" r:id="rId8"/>
    <p:sldLayoutId id="2147483682" r:id="rId9"/>
    <p:sldLayoutId id="2147483667" r:id="rId10"/>
    <p:sldLayoutId id="2147483668" r:id="rId11"/>
    <p:sldLayoutId id="2147483681" r:id="rId12"/>
    <p:sldLayoutId id="2147483670" r:id="rId13"/>
    <p:sldLayoutId id="2147483671" r:id="rId14"/>
    <p:sldLayoutId id="2147483672" r:id="rId15"/>
    <p:sldLayoutId id="2147483673" r:id="rId16"/>
    <p:sldLayoutId id="2147483674" r:id="rId17"/>
    <p:sldLayoutId id="2147483678" r:id="rId18"/>
    <p:sldLayoutId id="2147483675" r:id="rId19"/>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scribbr.com/methodology/population-vs-sample/" TargetMode="External"/><Relationship Id="rId2" Type="http://schemas.openxmlformats.org/officeDocument/2006/relationships/hyperlink" Target="https://www.scribbr.com/statistics/descriptive-statistics/" TargetMode="External"/><Relationship Id="rId1" Type="http://schemas.openxmlformats.org/officeDocument/2006/relationships/slideLayout" Target="../slideLayouts/slideLayout7.xml"/><Relationship Id="rId4" Type="http://schemas.openxmlformats.org/officeDocument/2006/relationships/hyperlink" Target="https://www.scribbr.com/statistics/hypothesis-test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9" name="Graphic 8" descr="Book icon">
            <a:extLst>
              <a:ext uri="{FF2B5EF4-FFF2-40B4-BE49-F238E27FC236}">
                <a16:creationId xmlns:a16="http://schemas.microsoft.com/office/drawing/2014/main" xmlns="" id="{E26792AF-5D39-4A12-8EDD-CC09A60BD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44993" y="2961000"/>
            <a:ext cx="936000" cy="936000"/>
          </a:xfrm>
          <a:prstGeom prst="rect">
            <a:avLst/>
          </a:prstGeom>
        </p:spPr>
      </p:pic>
      <p:sp>
        <p:nvSpPr>
          <p:cNvPr id="2" name="Title 1">
            <a:extLst>
              <a:ext uri="{FF2B5EF4-FFF2-40B4-BE49-F238E27FC236}">
                <a16:creationId xmlns:a16="http://schemas.microsoft.com/office/drawing/2014/main" xmlns="" id="{8B98BBFB-4314-436C-A688-96F483D693AB}"/>
              </a:ext>
            </a:extLst>
          </p:cNvPr>
          <p:cNvSpPr>
            <a:spLocks noGrp="1"/>
          </p:cNvSpPr>
          <p:nvPr>
            <p:ph type="ctrTitle"/>
          </p:nvPr>
        </p:nvSpPr>
        <p:spPr/>
        <p:txBody>
          <a:bodyPr anchor="ctr" anchorCtr="0"/>
          <a:lstStyle/>
          <a:p>
            <a:r>
              <a:rPr lang="en-IN" b="0" dirty="0"/>
              <a:t>SPSS</a:t>
            </a:r>
          </a:p>
        </p:txBody>
      </p:sp>
      <p:sp>
        <p:nvSpPr>
          <p:cNvPr id="3" name="Subtitle 2">
            <a:extLst>
              <a:ext uri="{FF2B5EF4-FFF2-40B4-BE49-F238E27FC236}">
                <a16:creationId xmlns:a16="http://schemas.microsoft.com/office/drawing/2014/main" xmlns="" id="{6AA173D3-8B7E-4F91-B862-AC30CB0D2705}"/>
              </a:ext>
            </a:extLst>
          </p:cNvPr>
          <p:cNvSpPr>
            <a:spLocks noGrp="1"/>
          </p:cNvSpPr>
          <p:nvPr>
            <p:ph type="subTitle" idx="1"/>
          </p:nvPr>
        </p:nvSpPr>
        <p:spPr/>
        <p:txBody>
          <a:bodyPr>
            <a:normAutofit/>
          </a:bodyPr>
          <a:lstStyle/>
          <a:p>
            <a:r>
              <a:rPr lang="en-US" sz="2800" dirty="0" err="1" smtClean="0"/>
              <a:t>Sheeba</a:t>
            </a:r>
            <a:r>
              <a:rPr lang="en-US" sz="2800" dirty="0" smtClean="0"/>
              <a:t> </a:t>
            </a:r>
            <a:r>
              <a:rPr lang="en-US" sz="2800" dirty="0" err="1" smtClean="0"/>
              <a:t>Selvapattu</a:t>
            </a:r>
            <a:endParaRPr lang="en-US" sz="2800" dirty="0"/>
          </a:p>
        </p:txBody>
      </p:sp>
    </p:spTree>
    <p:extLst>
      <p:ext uri="{BB962C8B-B14F-4D97-AF65-F5344CB8AC3E}">
        <p14:creationId xmlns:p14="http://schemas.microsoft.com/office/powerpoint/2010/main" val="19065309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dirty="0"/>
              <a:t>SPSS</a:t>
            </a:r>
            <a:r>
              <a:rPr lang="en-US" dirty="0"/>
              <a:t> stands for </a:t>
            </a:r>
            <a:r>
              <a:rPr lang="en-US" b="1" dirty="0"/>
              <a:t>statistic package for social </a:t>
            </a:r>
            <a:r>
              <a:rPr lang="en-US" b="1" dirty="0" smtClean="0"/>
              <a:t>science</a:t>
            </a:r>
            <a:endParaRPr lang="en-US" dirty="0"/>
          </a:p>
          <a:p>
            <a:r>
              <a:rPr lang="en-US" dirty="0" smtClean="0"/>
              <a:t>SPSS </a:t>
            </a:r>
            <a:r>
              <a:rPr lang="en-US" dirty="0"/>
              <a:t>develops as a programming language, and it is designed to provide </a:t>
            </a:r>
            <a:r>
              <a:rPr lang="en-US" b="1" dirty="0"/>
              <a:t>statistical analysis</a:t>
            </a:r>
            <a:r>
              <a:rPr lang="en-US" dirty="0"/>
              <a:t>. </a:t>
            </a:r>
            <a:endParaRPr lang="en-US" dirty="0" smtClean="0"/>
          </a:p>
          <a:p>
            <a:r>
              <a:rPr lang="en-US" dirty="0" smtClean="0"/>
              <a:t>SPSS </a:t>
            </a:r>
            <a:r>
              <a:rPr lang="en-US" dirty="0"/>
              <a:t>is a </a:t>
            </a:r>
            <a:r>
              <a:rPr lang="en-US" b="1" dirty="0"/>
              <a:t>complex</a:t>
            </a:r>
            <a:r>
              <a:rPr lang="en-US" dirty="0"/>
              <a:t> and </a:t>
            </a:r>
            <a:r>
              <a:rPr lang="en-US" b="1" dirty="0"/>
              <a:t>powerful</a:t>
            </a:r>
            <a:r>
              <a:rPr lang="en-US" dirty="0"/>
              <a:t> application which have a graphical and syntactical interface. It is used to provide dozens of </a:t>
            </a:r>
            <a:r>
              <a:rPr lang="en-US" b="1" dirty="0"/>
              <a:t>functions</a:t>
            </a:r>
            <a:r>
              <a:rPr lang="en-US" dirty="0"/>
              <a:t> for managing, analyzing, and presenting data. </a:t>
            </a:r>
            <a:endParaRPr lang="en-US" dirty="0" smtClean="0"/>
          </a:p>
          <a:p>
            <a:r>
              <a:rPr lang="en-IN" dirty="0" smtClean="0"/>
              <a:t> </a:t>
            </a:r>
            <a:endParaRPr lang="en-IN" dirty="0"/>
          </a:p>
        </p:txBody>
      </p:sp>
    </p:spTree>
    <p:extLst>
      <p:ext uri="{BB962C8B-B14F-4D97-AF65-F5344CB8AC3E}">
        <p14:creationId xmlns:p14="http://schemas.microsoft.com/office/powerpoint/2010/main" val="4209786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Statistics</a:t>
            </a:r>
            <a:r>
              <a:rPr lang="en-US" dirty="0"/>
              <a:t> is a branch of mathematics that is used for </a:t>
            </a:r>
            <a:r>
              <a:rPr lang="en-US" b="1" dirty="0"/>
              <a:t>organization</a:t>
            </a:r>
            <a:r>
              <a:rPr lang="en-US" dirty="0"/>
              <a:t> and </a:t>
            </a:r>
            <a:r>
              <a:rPr lang="en-US" b="1" dirty="0"/>
              <a:t>interpretation</a:t>
            </a:r>
            <a:r>
              <a:rPr lang="en-US" dirty="0"/>
              <a:t> of the numerical data.</a:t>
            </a:r>
            <a:endParaRPr lang="en-IN" dirty="0"/>
          </a:p>
        </p:txBody>
      </p:sp>
    </p:spTree>
    <p:extLst>
      <p:ext uri="{BB962C8B-B14F-4D97-AF65-F5344CB8AC3E}">
        <p14:creationId xmlns:p14="http://schemas.microsoft.com/office/powerpoint/2010/main" val="966587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Management in SPSS</a:t>
            </a:r>
            <a:br>
              <a:rPr lang="en-IN" dirty="0"/>
            </a:br>
            <a:endParaRPr lang="en-IN" dirty="0"/>
          </a:p>
        </p:txBody>
      </p:sp>
      <p:sp>
        <p:nvSpPr>
          <p:cNvPr id="3" name="Content Placeholder 2"/>
          <p:cNvSpPr>
            <a:spLocks noGrp="1"/>
          </p:cNvSpPr>
          <p:nvPr>
            <p:ph idx="1"/>
          </p:nvPr>
        </p:nvSpPr>
        <p:spPr/>
        <p:txBody>
          <a:bodyPr>
            <a:normAutofit fontScale="92500"/>
          </a:bodyPr>
          <a:lstStyle/>
          <a:p>
            <a:r>
              <a:rPr lang="en-US" dirty="0"/>
              <a:t>SPSS holds data in the same way as many other programs, with columns dedicated to different variables, and one observation (or participant) per row. This is the main way to view your data in SPSS, though you can also view just the list of variables in the dataset as well. These two data views have different uses; the variable view allows you to label categories, rename variables, and change each variable’s type, but does not allow you to see the data or edit any actual data entries. </a:t>
            </a:r>
            <a:endParaRPr lang="en-US" dirty="0" smtClean="0"/>
          </a:p>
          <a:p>
            <a:r>
              <a:rPr lang="en-US" dirty="0" smtClean="0"/>
              <a:t>Switching </a:t>
            </a:r>
            <a:r>
              <a:rPr lang="en-US" dirty="0"/>
              <a:t>between the two views is as easy as double clicking on a variable’s number (in variable view) or a variable’s name (in data view), holding CTRL and pressing T, or selecting the view format from the tabs at the bottom of either window.</a:t>
            </a:r>
            <a:endParaRPr lang="en-IN" dirty="0"/>
          </a:p>
        </p:txBody>
      </p:sp>
    </p:spTree>
    <p:extLst>
      <p:ext uri="{BB962C8B-B14F-4D97-AF65-F5344CB8AC3E}">
        <p14:creationId xmlns:p14="http://schemas.microsoft.com/office/powerpoint/2010/main" val="28075160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2829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The first step in creating your data set is usually naming the variables, but might be skipped if your data are downloaded with variable names already included. Double clicking the variable name allows it to be renamed as needed</a:t>
            </a:r>
            <a:r>
              <a:rPr lang="en-US" dirty="0" smtClean="0"/>
              <a:t>.</a:t>
            </a:r>
          </a:p>
          <a:p>
            <a:r>
              <a:rPr lang="en-US" dirty="0"/>
              <a:t>Clicking on the values in the value column allows you to assign labels to different </a:t>
            </a:r>
            <a:r>
              <a:rPr lang="en-US" dirty="0" smtClean="0"/>
              <a:t>numbers.</a:t>
            </a:r>
          </a:p>
        </p:txBody>
      </p:sp>
    </p:spTree>
    <p:extLst>
      <p:ext uri="{BB962C8B-B14F-4D97-AF65-F5344CB8AC3E}">
        <p14:creationId xmlns:p14="http://schemas.microsoft.com/office/powerpoint/2010/main" val="9491070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a:t> the measure column. This allows you to show what kind of data each variable holds. Ordinal data is usually used to identify Likert-type responses, where participants respond with a set of ordered categories. Scale variables, like the number of times a participant has done a certain task, should be labeled scale, while nominal variables are those that contain categories with no specific order, like ethnicity or gender. These can be changed with a simple drop-down.</a:t>
            </a:r>
            <a:endParaRPr lang="en-IN" dirty="0"/>
          </a:p>
          <a:p>
            <a:endParaRPr lang="en-US" dirty="0" smtClean="0"/>
          </a:p>
          <a:p>
            <a:r>
              <a:rPr lang="en-US" dirty="0" smtClean="0"/>
              <a:t>Having </a:t>
            </a:r>
            <a:r>
              <a:rPr lang="en-US" dirty="0"/>
              <a:t>a nice clean dataset is the first step to getting your thoughts organized, and makes your output much easier to interpret.</a:t>
            </a:r>
            <a:endParaRPr lang="en-IN" dirty="0"/>
          </a:p>
        </p:txBody>
      </p:sp>
    </p:spTree>
    <p:extLst>
      <p:ext uri="{BB962C8B-B14F-4D97-AF65-F5344CB8AC3E}">
        <p14:creationId xmlns:p14="http://schemas.microsoft.com/office/powerpoint/2010/main" val="39881946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0" dirty="0"/>
              <a:t>SPSS Variables</a:t>
            </a:r>
            <a:br>
              <a:rPr lang="en-US" b="0" dirty="0"/>
            </a:br>
            <a:r>
              <a:rPr lang="en-US" b="0" dirty="0"/>
              <a:t/>
            </a:r>
            <a:br>
              <a:rPr lang="en-US" b="0" dirty="0"/>
            </a:br>
            <a:endParaRPr lang="en-IN" dirty="0"/>
          </a:p>
        </p:txBody>
      </p:sp>
      <p:sp>
        <p:nvSpPr>
          <p:cNvPr id="3" name="Content Placeholder 2"/>
          <p:cNvSpPr>
            <a:spLocks noGrp="1"/>
          </p:cNvSpPr>
          <p:nvPr>
            <p:ph idx="1"/>
          </p:nvPr>
        </p:nvSpPr>
        <p:spPr/>
        <p:txBody>
          <a:bodyPr/>
          <a:lstStyle/>
          <a:p>
            <a:r>
              <a:rPr lang="en-US" dirty="0"/>
              <a:t>The data entry in SPSS begins with understanding the variables like our variable </a:t>
            </a:r>
            <a:r>
              <a:rPr lang="en-US" dirty="0" err="1"/>
              <a:t>nam</a:t>
            </a:r>
            <a:endParaRPr lang="en-IN" dirty="0" smtClean="0"/>
          </a:p>
          <a:p>
            <a:r>
              <a:rPr lang="en-IN" dirty="0" smtClean="0"/>
              <a:t>t</a:t>
            </a:r>
            <a:r>
              <a:rPr lang="en-US" dirty="0"/>
              <a:t>wo types of variables, i.e., </a:t>
            </a:r>
            <a:r>
              <a:rPr lang="en-US" b="1" dirty="0"/>
              <a:t>independent variables</a:t>
            </a:r>
            <a:r>
              <a:rPr lang="en-US" dirty="0"/>
              <a:t> and </a:t>
            </a:r>
            <a:r>
              <a:rPr lang="en-US" b="1" dirty="0"/>
              <a:t>dependent variables</a:t>
            </a:r>
            <a:r>
              <a:rPr lang="en-US" dirty="0"/>
              <a:t>.</a:t>
            </a:r>
            <a:endParaRPr lang="en-IN" dirty="0"/>
          </a:p>
        </p:txBody>
      </p:sp>
      <p:pic>
        <p:nvPicPr>
          <p:cNvPr id="4" name="Picture 3"/>
          <p:cNvPicPr>
            <a:picLocks noChangeAspect="1"/>
          </p:cNvPicPr>
          <p:nvPr/>
        </p:nvPicPr>
        <p:blipFill>
          <a:blip r:embed="rId2"/>
          <a:stretch>
            <a:fillRect/>
          </a:stretch>
        </p:blipFill>
        <p:spPr>
          <a:xfrm>
            <a:off x="4900083" y="3515430"/>
            <a:ext cx="4762500" cy="2152650"/>
          </a:xfrm>
          <a:prstGeom prst="rect">
            <a:avLst/>
          </a:prstGeom>
        </p:spPr>
      </p:pic>
    </p:spTree>
    <p:extLst>
      <p:ext uri="{BB962C8B-B14F-4D97-AF65-F5344CB8AC3E}">
        <p14:creationId xmlns:p14="http://schemas.microsoft.com/office/powerpoint/2010/main" val="7544518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variable's type determines if a variable numeric or character, quantitative or qualitative. It also dictates what type of statistical analysis methods are appropriate for that data.</a:t>
            </a:r>
            <a:endParaRPr lang="en-IN" dirty="0"/>
          </a:p>
        </p:txBody>
      </p:sp>
      <p:pic>
        <p:nvPicPr>
          <p:cNvPr id="4" name="Picture 3"/>
          <p:cNvPicPr>
            <a:picLocks noChangeAspect="1"/>
          </p:cNvPicPr>
          <p:nvPr/>
        </p:nvPicPr>
        <p:blipFill>
          <a:blip r:embed="rId2"/>
          <a:stretch>
            <a:fillRect/>
          </a:stretch>
        </p:blipFill>
        <p:spPr>
          <a:xfrm>
            <a:off x="4684889" y="3172035"/>
            <a:ext cx="4787017" cy="3297910"/>
          </a:xfrm>
          <a:prstGeom prst="rect">
            <a:avLst/>
          </a:prstGeom>
        </p:spPr>
      </p:pic>
    </p:spTree>
    <p:extLst>
      <p:ext uri="{BB962C8B-B14F-4D97-AF65-F5344CB8AC3E}">
        <p14:creationId xmlns:p14="http://schemas.microsoft.com/office/powerpoint/2010/main" val="734706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cap="all" dirty="0"/>
              <a:t>NUMERIC</a:t>
            </a:r>
            <a:br>
              <a:rPr lang="en-IN" b="0" cap="all" dirty="0"/>
            </a:br>
            <a:endParaRPr lang="en-IN" dirty="0"/>
          </a:p>
        </p:txBody>
      </p:sp>
      <p:sp>
        <p:nvSpPr>
          <p:cNvPr id="3" name="Content Placeholder 2"/>
          <p:cNvSpPr>
            <a:spLocks noGrp="1"/>
          </p:cNvSpPr>
          <p:nvPr>
            <p:ph idx="1"/>
          </p:nvPr>
        </p:nvSpPr>
        <p:spPr/>
        <p:txBody>
          <a:bodyPr/>
          <a:lstStyle/>
          <a:p>
            <a:r>
              <a:rPr lang="en-US" dirty="0"/>
              <a:t>Numeric variables, as you might expect, have data values that are recognized as numbers. This means that they can be sorted numerically or entered into arithmetic calculations. When viewed in the Data View window, system-missing values for numeric variables will appear as a dot (i.e., “.”)</a:t>
            </a:r>
            <a:endParaRPr lang="en-IN" b="1" dirty="0"/>
          </a:p>
        </p:txBody>
      </p:sp>
    </p:spTree>
    <p:extLst>
      <p:ext uri="{BB962C8B-B14F-4D97-AF65-F5344CB8AC3E}">
        <p14:creationId xmlns:p14="http://schemas.microsoft.com/office/powerpoint/2010/main" val="41478946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cap="all" dirty="0"/>
              <a:t>STRING</a:t>
            </a:r>
            <a:br>
              <a:rPr lang="en-IN" b="0" cap="all" dirty="0"/>
            </a:br>
            <a:endParaRPr lang="en-IN" dirty="0"/>
          </a:p>
        </p:txBody>
      </p:sp>
      <p:sp>
        <p:nvSpPr>
          <p:cNvPr id="3" name="Content Placeholder 2"/>
          <p:cNvSpPr>
            <a:spLocks noGrp="1"/>
          </p:cNvSpPr>
          <p:nvPr>
            <p:ph idx="1"/>
          </p:nvPr>
        </p:nvSpPr>
        <p:spPr/>
        <p:txBody>
          <a:bodyPr/>
          <a:lstStyle/>
          <a:p>
            <a:r>
              <a:rPr lang="en-US" dirty="0"/>
              <a:t>String variables -- which are also called </a:t>
            </a:r>
            <a:r>
              <a:rPr lang="en-US" i="1" dirty="0"/>
              <a:t>alphanumeric variables</a:t>
            </a:r>
            <a:r>
              <a:rPr lang="en-US" dirty="0"/>
              <a:t> or </a:t>
            </a:r>
            <a:r>
              <a:rPr lang="en-US" i="1" dirty="0"/>
              <a:t>character variables</a:t>
            </a:r>
            <a:r>
              <a:rPr lang="en-US" dirty="0"/>
              <a:t> -- have values that are treated as text. This means that the values of string variables may include numbers, letters, or symbols. In the Data View window, missing string values will appear as blank cells. </a:t>
            </a:r>
            <a:endParaRPr lang="en-IN" dirty="0"/>
          </a:p>
        </p:txBody>
      </p:sp>
    </p:spTree>
    <p:extLst>
      <p:ext uri="{BB962C8B-B14F-4D97-AF65-F5344CB8AC3E}">
        <p14:creationId xmlns:p14="http://schemas.microsoft.com/office/powerpoint/2010/main" val="13856889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cap="all" dirty="0"/>
              <a:t>COMMA</a:t>
            </a:r>
            <a:br>
              <a:rPr lang="en-IN" b="0" cap="all" dirty="0"/>
            </a:br>
            <a:endParaRPr lang="en-IN" dirty="0"/>
          </a:p>
        </p:txBody>
      </p:sp>
      <p:sp>
        <p:nvSpPr>
          <p:cNvPr id="3" name="Content Placeholder 2"/>
          <p:cNvSpPr>
            <a:spLocks noGrp="1"/>
          </p:cNvSpPr>
          <p:nvPr>
            <p:ph idx="1"/>
          </p:nvPr>
        </p:nvSpPr>
        <p:spPr/>
        <p:txBody>
          <a:bodyPr/>
          <a:lstStyle/>
          <a:p>
            <a:r>
              <a:rPr lang="en-US" dirty="0"/>
              <a:t>Numeric variables that include commas that delimit every three places (to the left of the decimals) and use a period to delimit decimals. SPSS will recognize these values as numeric even if they </a:t>
            </a:r>
            <a:r>
              <a:rPr lang="en-US" dirty="0" smtClean="0"/>
              <a:t>contain </a:t>
            </a:r>
            <a:r>
              <a:rPr lang="en-US" dirty="0"/>
              <a:t>commas or use scientific notation</a:t>
            </a:r>
            <a:r>
              <a:rPr lang="en-US" dirty="0" smtClean="0"/>
              <a:t>.</a:t>
            </a:r>
          </a:p>
          <a:p>
            <a:r>
              <a:rPr lang="en-US" i="1" dirty="0"/>
              <a:t>Example:</a:t>
            </a:r>
            <a:r>
              <a:rPr lang="en-US" dirty="0"/>
              <a:t> Thirty-thousand and one half: 30,000.50</a:t>
            </a:r>
            <a:endParaRPr lang="en-IN" dirty="0"/>
          </a:p>
        </p:txBody>
      </p:sp>
    </p:spTree>
    <p:extLst>
      <p:ext uri="{BB962C8B-B14F-4D97-AF65-F5344CB8AC3E}">
        <p14:creationId xmlns:p14="http://schemas.microsoft.com/office/powerpoint/2010/main" val="34370917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DOT</a:t>
            </a:r>
            <a:br>
              <a:rPr lang="en-US" cap="all" dirty="0"/>
            </a:br>
            <a:endParaRPr lang="en-IN" dirty="0"/>
          </a:p>
        </p:txBody>
      </p:sp>
      <p:sp>
        <p:nvSpPr>
          <p:cNvPr id="3" name="Content Placeholder 2"/>
          <p:cNvSpPr>
            <a:spLocks noGrp="1"/>
          </p:cNvSpPr>
          <p:nvPr>
            <p:ph idx="1"/>
          </p:nvPr>
        </p:nvSpPr>
        <p:spPr>
          <a:xfrm>
            <a:off x="2374710" y="2274614"/>
            <a:ext cx="9613861" cy="3702647"/>
          </a:xfrm>
        </p:spPr>
        <p:txBody>
          <a:bodyPr/>
          <a:lstStyle/>
          <a:p>
            <a:r>
              <a:rPr lang="en-US" dirty="0" smtClean="0"/>
              <a:t>Numeric </a:t>
            </a:r>
            <a:r>
              <a:rPr lang="en-US" dirty="0"/>
              <a:t>variables that include periods that delimit every three places and use a comma to delimit decimals. SPSS will recognize these values as numeric even if they contain periods or use scientific notation.</a:t>
            </a:r>
          </a:p>
          <a:p>
            <a:r>
              <a:rPr lang="en-US" i="1" dirty="0"/>
              <a:t>Example:</a:t>
            </a:r>
            <a:r>
              <a:rPr lang="en-US" dirty="0"/>
              <a:t> Thirty-thousand and one half: 30.000,50</a:t>
            </a:r>
          </a:p>
          <a:p>
            <a:r>
              <a:rPr lang="en-US" dirty="0"/>
              <a:t/>
            </a:r>
            <a:br>
              <a:rPr lang="en-US" dirty="0"/>
            </a:br>
            <a:endParaRPr lang="en-IN" dirty="0"/>
          </a:p>
        </p:txBody>
      </p:sp>
    </p:spTree>
    <p:extLst>
      <p:ext uri="{BB962C8B-B14F-4D97-AF65-F5344CB8AC3E}">
        <p14:creationId xmlns:p14="http://schemas.microsoft.com/office/powerpoint/2010/main" val="26001040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t>
            </a:r>
            <a:r>
              <a:rPr lang="en-US" cap="all" dirty="0"/>
              <a:t>CIENTIFIC NOTATION</a:t>
            </a:r>
            <a:br>
              <a:rPr lang="en-US" cap="all" dirty="0"/>
            </a:br>
            <a:endParaRPr lang="en-IN" dirty="0"/>
          </a:p>
        </p:txBody>
      </p:sp>
      <p:sp>
        <p:nvSpPr>
          <p:cNvPr id="3" name="Content Placeholder 2"/>
          <p:cNvSpPr>
            <a:spLocks noGrp="1"/>
          </p:cNvSpPr>
          <p:nvPr>
            <p:ph idx="1"/>
          </p:nvPr>
        </p:nvSpPr>
        <p:spPr/>
        <p:txBody>
          <a:bodyPr/>
          <a:lstStyle/>
          <a:p>
            <a:r>
              <a:rPr lang="en-US" dirty="0" smtClean="0"/>
              <a:t>Numeric </a:t>
            </a:r>
            <a:r>
              <a:rPr lang="en-US" dirty="0"/>
              <a:t>variables whose values are displayed with an E and power-of-ten exponent. Exponents can be preceded by either an E or a D, with or without a sign, or only with a sign (no E or D). SPSS will recognize these values as numeric, with or without an exponent.</a:t>
            </a:r>
          </a:p>
          <a:p>
            <a:r>
              <a:rPr lang="en-US" i="1" dirty="0"/>
              <a:t>Example:</a:t>
            </a:r>
            <a:r>
              <a:rPr lang="en-US" dirty="0"/>
              <a:t> 1.23E2, 1.23D2, 1.23E+2, 1.23+2.</a:t>
            </a:r>
          </a:p>
          <a:p>
            <a:endParaRPr lang="en-IN" dirty="0"/>
          </a:p>
        </p:txBody>
      </p:sp>
    </p:spTree>
    <p:extLst>
      <p:ext uri="{BB962C8B-B14F-4D97-AF65-F5344CB8AC3E}">
        <p14:creationId xmlns:p14="http://schemas.microsoft.com/office/powerpoint/2010/main" val="441183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DATE</a:t>
            </a:r>
            <a:br>
              <a:rPr lang="en-US" cap="all" dirty="0"/>
            </a:br>
            <a:endParaRPr lang="en-IN" dirty="0"/>
          </a:p>
        </p:txBody>
      </p:sp>
      <p:sp>
        <p:nvSpPr>
          <p:cNvPr id="3" name="Content Placeholder 2"/>
          <p:cNvSpPr>
            <a:spLocks noGrp="1"/>
          </p:cNvSpPr>
          <p:nvPr>
            <p:ph idx="1"/>
          </p:nvPr>
        </p:nvSpPr>
        <p:spPr/>
        <p:txBody>
          <a:bodyPr/>
          <a:lstStyle/>
          <a:p>
            <a:r>
              <a:rPr lang="en-US" dirty="0" smtClean="0"/>
              <a:t>Numeric </a:t>
            </a:r>
            <a:r>
              <a:rPr lang="en-US" dirty="0"/>
              <a:t>variables that are displayed in any standard calendar date or clock-time formats. Standard formats may include commas, blank spaces, hyphens, periods, or slashes as space delimiters.</a:t>
            </a:r>
          </a:p>
          <a:p>
            <a:r>
              <a:rPr lang="en-US" i="1" dirty="0"/>
              <a:t>Example:</a:t>
            </a:r>
            <a:r>
              <a:rPr lang="en-US" b="1" dirty="0"/>
              <a:t> </a:t>
            </a:r>
            <a:r>
              <a:rPr lang="en-US" dirty="0"/>
              <a:t>Dates: 01/31/2013, 31.01.2013</a:t>
            </a:r>
          </a:p>
          <a:p>
            <a:endParaRPr lang="en-IN" dirty="0"/>
          </a:p>
        </p:txBody>
      </p:sp>
    </p:spTree>
    <p:extLst>
      <p:ext uri="{BB962C8B-B14F-4D97-AF65-F5344CB8AC3E}">
        <p14:creationId xmlns:p14="http://schemas.microsoft.com/office/powerpoint/2010/main" val="1035439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DOLLAR</a:t>
            </a:r>
            <a:br>
              <a:rPr lang="en-US" cap="all" dirty="0"/>
            </a:br>
            <a:endParaRPr lang="en-IN" dirty="0"/>
          </a:p>
        </p:txBody>
      </p:sp>
      <p:sp>
        <p:nvSpPr>
          <p:cNvPr id="3" name="Content Placeholder 2"/>
          <p:cNvSpPr>
            <a:spLocks noGrp="1"/>
          </p:cNvSpPr>
          <p:nvPr>
            <p:ph idx="1"/>
          </p:nvPr>
        </p:nvSpPr>
        <p:spPr/>
        <p:txBody>
          <a:bodyPr/>
          <a:lstStyle/>
          <a:p>
            <a:r>
              <a:rPr lang="en-US" dirty="0" smtClean="0"/>
              <a:t>Numeric </a:t>
            </a:r>
            <a:r>
              <a:rPr lang="en-US" dirty="0"/>
              <a:t>variables that contain a dollar sign (i.e., $) before numbers. Commas may be used to delimit every three places, and a period can be used to delimit decimals.</a:t>
            </a:r>
          </a:p>
          <a:p>
            <a:r>
              <a:rPr lang="en-US" i="1" dirty="0"/>
              <a:t>Example:</a:t>
            </a:r>
            <a:r>
              <a:rPr lang="en-US" dirty="0"/>
              <a:t> Thirty-three thousand dollars and thirty-three cents: $33,000.33</a:t>
            </a:r>
          </a:p>
          <a:p>
            <a:endParaRPr lang="en-IN" dirty="0"/>
          </a:p>
        </p:txBody>
      </p:sp>
    </p:spTree>
    <p:extLst>
      <p:ext uri="{BB962C8B-B14F-4D97-AF65-F5344CB8AC3E}">
        <p14:creationId xmlns:p14="http://schemas.microsoft.com/office/powerpoint/2010/main" val="32039775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CUSTOM CURRENCY</a:t>
            </a:r>
            <a:br>
              <a:rPr lang="en-US" cap="all" dirty="0"/>
            </a:br>
            <a:endParaRPr lang="en-IN" dirty="0"/>
          </a:p>
        </p:txBody>
      </p:sp>
      <p:sp>
        <p:nvSpPr>
          <p:cNvPr id="3" name="Content Placeholder 2"/>
          <p:cNvSpPr>
            <a:spLocks noGrp="1"/>
          </p:cNvSpPr>
          <p:nvPr>
            <p:ph idx="1"/>
          </p:nvPr>
        </p:nvSpPr>
        <p:spPr/>
        <p:txBody>
          <a:bodyPr/>
          <a:lstStyle/>
          <a:p>
            <a:r>
              <a:rPr lang="en-US" dirty="0" smtClean="0"/>
              <a:t>Numeric </a:t>
            </a:r>
            <a:r>
              <a:rPr lang="en-US" dirty="0"/>
              <a:t>variables that are displayed in a custom currency format. You must define the custom currency in the Variable Type window. Custom currency characters are displayed in the Data Editor but cannot be used during data entry.</a:t>
            </a:r>
          </a:p>
          <a:p>
            <a:endParaRPr lang="en-IN" dirty="0"/>
          </a:p>
        </p:txBody>
      </p:sp>
    </p:spTree>
    <p:extLst>
      <p:ext uri="{BB962C8B-B14F-4D97-AF65-F5344CB8AC3E}">
        <p14:creationId xmlns:p14="http://schemas.microsoft.com/office/powerpoint/2010/main" val="10999743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RESTRICTED NUMBER</a:t>
            </a:r>
            <a:br>
              <a:rPr lang="en-US" cap="all" dirty="0"/>
            </a:br>
            <a:endParaRPr lang="en-IN" dirty="0"/>
          </a:p>
        </p:txBody>
      </p:sp>
      <p:sp>
        <p:nvSpPr>
          <p:cNvPr id="3" name="Content Placeholder 2"/>
          <p:cNvSpPr>
            <a:spLocks noGrp="1"/>
          </p:cNvSpPr>
          <p:nvPr>
            <p:ph idx="1"/>
          </p:nvPr>
        </p:nvSpPr>
        <p:spPr/>
        <p:txBody>
          <a:bodyPr/>
          <a:lstStyle/>
          <a:p>
            <a:r>
              <a:rPr lang="en-US" dirty="0" smtClean="0"/>
              <a:t>Numeric </a:t>
            </a:r>
            <a:r>
              <a:rPr lang="en-US" dirty="0"/>
              <a:t>variables whose values are restricted to non-negative integers (in standard format or scientific notation). The values are displayed with leading zeroes padded to the maximum width of the variable.</a:t>
            </a:r>
          </a:p>
          <a:p>
            <a:r>
              <a:rPr lang="en-US" i="1" dirty="0"/>
              <a:t>Example:</a:t>
            </a:r>
            <a:r>
              <a:rPr lang="en-US" dirty="0"/>
              <a:t> 00000123456 (width 11)</a:t>
            </a:r>
          </a:p>
          <a:p>
            <a:endParaRPr lang="en-IN" dirty="0"/>
          </a:p>
        </p:txBody>
      </p:sp>
    </p:spTree>
    <p:extLst>
      <p:ext uri="{BB962C8B-B14F-4D97-AF65-F5344CB8AC3E}">
        <p14:creationId xmlns:p14="http://schemas.microsoft.com/office/powerpoint/2010/main" val="17273145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Importing Data from an Excel File</a:t>
            </a:r>
            <a:br>
              <a:rPr lang="en-US" b="0" dirty="0"/>
            </a:br>
            <a:endParaRPr lang="en-IN" dirty="0"/>
          </a:p>
        </p:txBody>
      </p:sp>
      <p:sp>
        <p:nvSpPr>
          <p:cNvPr id="3" name="Content Placeholder 2"/>
          <p:cNvSpPr>
            <a:spLocks noGrp="1"/>
          </p:cNvSpPr>
          <p:nvPr>
            <p:ph idx="1"/>
          </p:nvPr>
        </p:nvSpPr>
        <p:spPr/>
        <p:txBody>
          <a:bodyPr/>
          <a:lstStyle/>
          <a:p>
            <a:r>
              <a:rPr lang="en-US" dirty="0"/>
              <a:t>To import data from an Excel spreadsheet into SPSS, first make sure your Excel spreadsheet is formatted according to these criteria:</a:t>
            </a:r>
          </a:p>
          <a:p>
            <a:r>
              <a:rPr lang="en-US" dirty="0"/>
              <a:t>The spreadsheet should have a single row of variable names across the top of the spreadsheet in the first row.</a:t>
            </a:r>
          </a:p>
          <a:p>
            <a:r>
              <a:rPr lang="en-US" dirty="0"/>
              <a:t>Variable names should include ordinary letters, numbers, and underscores (e.g., </a:t>
            </a:r>
            <a:r>
              <a:rPr lang="en-US" i="1" dirty="0"/>
              <a:t>Gender</a:t>
            </a:r>
            <a:r>
              <a:rPr lang="en-US" dirty="0"/>
              <a:t>, </a:t>
            </a:r>
            <a:r>
              <a:rPr lang="en-US" i="1" dirty="0" err="1"/>
              <a:t>Grad_Date</a:t>
            </a:r>
            <a:r>
              <a:rPr lang="en-US" dirty="0"/>
              <a:t>, </a:t>
            </a:r>
            <a:r>
              <a:rPr lang="en-US" i="1" dirty="0"/>
              <a:t>Test_1</a:t>
            </a:r>
            <a:r>
              <a:rPr lang="en-US" dirty="0"/>
              <a:t>) and not include special characters (e.g., "</a:t>
            </a:r>
            <a:r>
              <a:rPr lang="en-US" i="1" dirty="0"/>
              <a:t>Graduation Date</a:t>
            </a:r>
            <a:r>
              <a:rPr lang="en-US" dirty="0"/>
              <a:t>" would not be a valid variable name because it contains a space).</a:t>
            </a:r>
          </a:p>
          <a:p>
            <a:endParaRPr lang="en-IN" dirty="0"/>
          </a:p>
        </p:txBody>
      </p:sp>
    </p:spTree>
    <p:extLst>
      <p:ext uri="{BB962C8B-B14F-4D97-AF65-F5344CB8AC3E}">
        <p14:creationId xmlns:p14="http://schemas.microsoft.com/office/powerpoint/2010/main" val="26738988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data should begin in the first column, second row (beneath the variable names row) of the spreadsheet.</a:t>
            </a:r>
          </a:p>
          <a:p>
            <a:r>
              <a:rPr lang="en-US" dirty="0"/>
              <a:t>Anything that is not part of the data itself (e.g., extra text, labels, graphs, Pivot Tables) should be removed.</a:t>
            </a:r>
          </a:p>
          <a:p>
            <a:r>
              <a:rPr lang="en-US" dirty="0"/>
              <a:t>Missing values for string or numeric variables have blank (empty) cells, or an appropriate predetermined missing value code (such as -999).</a:t>
            </a:r>
          </a:p>
          <a:p>
            <a:endParaRPr lang="en-IN" dirty="0"/>
          </a:p>
        </p:txBody>
      </p:sp>
    </p:spTree>
    <p:extLst>
      <p:ext uri="{BB962C8B-B14F-4D97-AF65-F5344CB8AC3E}">
        <p14:creationId xmlns:p14="http://schemas.microsoft.com/office/powerpoint/2010/main" val="28651052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856074" y="2162175"/>
            <a:ext cx="6178478" cy="3702050"/>
          </a:xfrm>
          <a:prstGeom prst="rect">
            <a:avLst/>
          </a:prstGeom>
        </p:spPr>
      </p:pic>
    </p:spTree>
    <p:extLst>
      <p:ext uri="{BB962C8B-B14F-4D97-AF65-F5344CB8AC3E}">
        <p14:creationId xmlns:p14="http://schemas.microsoft.com/office/powerpoint/2010/main" val="22053944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once </a:t>
            </a:r>
            <a:r>
              <a:rPr lang="en-US" dirty="0"/>
              <a:t>the data in your Excel file is formatted properly it can be imported into SPSS by following these steps</a:t>
            </a:r>
            <a:r>
              <a:rPr lang="en-US" dirty="0" smtClean="0"/>
              <a:t>:</a:t>
            </a:r>
          </a:p>
          <a:p>
            <a:r>
              <a:rPr lang="en-US" dirty="0" smtClean="0"/>
              <a:t>1. </a:t>
            </a:r>
            <a:r>
              <a:rPr lang="en-US" dirty="0"/>
              <a:t>Click </a:t>
            </a:r>
            <a:r>
              <a:rPr lang="en-US" b="1" dirty="0"/>
              <a:t>File &gt; Open &gt; Data</a:t>
            </a:r>
            <a:r>
              <a:rPr lang="en-US" dirty="0"/>
              <a:t>. The Open Data window will appear</a:t>
            </a:r>
            <a:r>
              <a:rPr lang="en-US" dirty="0" smtClean="0"/>
              <a:t>.</a:t>
            </a:r>
          </a:p>
          <a:p>
            <a:r>
              <a:rPr lang="en-US" dirty="0" smtClean="0"/>
              <a:t>2. In </a:t>
            </a:r>
            <a:r>
              <a:rPr lang="en-US" dirty="0"/>
              <a:t>the </a:t>
            </a:r>
            <a:r>
              <a:rPr lang="en-US" b="1" dirty="0"/>
              <a:t>Files of type</a:t>
            </a:r>
            <a:r>
              <a:rPr lang="en-US" dirty="0"/>
              <a:t> list select </a:t>
            </a:r>
            <a:r>
              <a:rPr lang="en-US" b="1" dirty="0"/>
              <a:t>Excel (*.</a:t>
            </a:r>
            <a:r>
              <a:rPr lang="en-US" b="1" dirty="0" err="1"/>
              <a:t>xls</a:t>
            </a:r>
            <a:r>
              <a:rPr lang="en-US" b="1" dirty="0"/>
              <a:t>, *.</a:t>
            </a:r>
            <a:r>
              <a:rPr lang="en-US" b="1" dirty="0" err="1"/>
              <a:t>xlsx</a:t>
            </a:r>
            <a:r>
              <a:rPr lang="en-US" b="1" dirty="0"/>
              <a:t>, *.</a:t>
            </a:r>
            <a:r>
              <a:rPr lang="en-US" b="1" dirty="0" err="1"/>
              <a:t>xlsm</a:t>
            </a:r>
            <a:r>
              <a:rPr lang="en-US" b="1" dirty="0"/>
              <a:t>)</a:t>
            </a:r>
            <a:r>
              <a:rPr lang="en-US" dirty="0"/>
              <a:t> to specify that your data are in an Excel file. If you do not specify the type of file that you wish to open, your file will not appear in the list of available files. Locate and click on your file. The file name will appear in the </a:t>
            </a:r>
            <a:r>
              <a:rPr lang="en-US" b="1" dirty="0"/>
              <a:t>File name</a:t>
            </a:r>
            <a:r>
              <a:rPr lang="en-US" dirty="0"/>
              <a:t> field. Click </a:t>
            </a:r>
            <a:r>
              <a:rPr lang="en-US" b="1" dirty="0"/>
              <a:t>Open</a:t>
            </a:r>
            <a:r>
              <a:rPr lang="en-US" dirty="0"/>
              <a:t>.</a:t>
            </a:r>
            <a:endParaRPr lang="en-IN" dirty="0"/>
          </a:p>
        </p:txBody>
      </p:sp>
    </p:spTree>
    <p:extLst>
      <p:ext uri="{BB962C8B-B14F-4D97-AF65-F5344CB8AC3E}">
        <p14:creationId xmlns:p14="http://schemas.microsoft.com/office/powerpoint/2010/main" val="17421353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898306" y="2162175"/>
            <a:ext cx="6094013" cy="3702050"/>
          </a:xfrm>
          <a:prstGeom prst="rect">
            <a:avLst/>
          </a:prstGeom>
        </p:spPr>
      </p:pic>
    </p:spTree>
    <p:extLst>
      <p:ext uri="{BB962C8B-B14F-4D97-AF65-F5344CB8AC3E}">
        <p14:creationId xmlns:p14="http://schemas.microsoft.com/office/powerpoint/2010/main" val="19349771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3. </a:t>
            </a:r>
            <a:r>
              <a:rPr lang="en-US" dirty="0"/>
              <a:t>If you are using SPSS Version 25, the Read Excel File window will appear.</a:t>
            </a:r>
            <a:endParaRPr lang="en-IN" dirty="0"/>
          </a:p>
        </p:txBody>
      </p:sp>
      <p:pic>
        <p:nvPicPr>
          <p:cNvPr id="4" name="Picture 3"/>
          <p:cNvPicPr>
            <a:picLocks noChangeAspect="1"/>
          </p:cNvPicPr>
          <p:nvPr/>
        </p:nvPicPr>
        <p:blipFill>
          <a:blip r:embed="rId2"/>
          <a:stretch>
            <a:fillRect/>
          </a:stretch>
        </p:blipFill>
        <p:spPr>
          <a:xfrm>
            <a:off x="5725570" y="2889956"/>
            <a:ext cx="2389729" cy="3477506"/>
          </a:xfrm>
          <a:prstGeom prst="rect">
            <a:avLst/>
          </a:prstGeom>
        </p:spPr>
      </p:pic>
    </p:spTree>
    <p:extLst>
      <p:ext uri="{BB962C8B-B14F-4D97-AF65-F5344CB8AC3E}">
        <p14:creationId xmlns:p14="http://schemas.microsoft.com/office/powerpoint/2010/main" val="9812012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dirty="0"/>
              <a:t>In the </a:t>
            </a:r>
            <a:r>
              <a:rPr lang="en-US" b="1" dirty="0"/>
              <a:t>Worksheet</a:t>
            </a:r>
            <a:r>
              <a:rPr lang="en-US" dirty="0"/>
              <a:t> dropdown menu, select the sheet from your Excel workbook that contains your data. (If you have not assigned names to the sheets in your Excel workbook, the labels you see here will usually be Sheet1, Sheet2, Sheet3, etc.) You can only import one sheet from your Excel file at a time.</a:t>
            </a:r>
          </a:p>
          <a:p>
            <a:r>
              <a:rPr lang="en-US" dirty="0"/>
              <a:t>If your variable names are in the first row of data, select the </a:t>
            </a:r>
            <a:r>
              <a:rPr lang="en-US" b="1" dirty="0"/>
              <a:t>Read variable names from the first row of data</a:t>
            </a:r>
            <a:r>
              <a:rPr lang="en-US" dirty="0"/>
              <a:t> check box.</a:t>
            </a:r>
          </a:p>
          <a:p>
            <a:r>
              <a:rPr lang="en-US" dirty="0"/>
              <a:t>The options </a:t>
            </a:r>
            <a:r>
              <a:rPr lang="en-US" b="1" dirty="0"/>
              <a:t>Remove leading spaces from string values</a:t>
            </a:r>
            <a:r>
              <a:rPr lang="en-US" dirty="0"/>
              <a:t> and </a:t>
            </a:r>
            <a:r>
              <a:rPr lang="en-US" b="1" dirty="0"/>
              <a:t>Remove trailing spaces from string values</a:t>
            </a:r>
            <a:r>
              <a:rPr lang="en-US" dirty="0"/>
              <a:t> only affect variables that are imported as strings. The former will remove any whitespace characters that appear at the start of the string, and the latter will remove any whitespace characters at the end of the string. This is optional, but is often convenient, since leading and trailing spaces can appear invisible to the user, but cause SPSS to think that otherwise identical strings are distinct.</a:t>
            </a:r>
          </a:p>
          <a:p>
            <a:endParaRPr lang="en-IN" dirty="0"/>
          </a:p>
        </p:txBody>
      </p:sp>
    </p:spTree>
    <p:extLst>
      <p:ext uri="{BB962C8B-B14F-4D97-AF65-F5344CB8AC3E}">
        <p14:creationId xmlns:p14="http://schemas.microsoft.com/office/powerpoint/2010/main" val="890798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You may also specify the range of rows/columns to import if you wish. It is suggested to keep the default value unless you have a reason for altering it.</a:t>
            </a:r>
          </a:p>
          <a:p>
            <a:r>
              <a:rPr lang="en-US" dirty="0"/>
              <a:t>Click </a:t>
            </a:r>
            <a:r>
              <a:rPr lang="en-US" b="1" dirty="0"/>
              <a:t>OK</a:t>
            </a:r>
            <a:r>
              <a:rPr lang="en-US" dirty="0"/>
              <a:t> when you are finished.</a:t>
            </a:r>
          </a:p>
          <a:p>
            <a:endParaRPr lang="en-IN" dirty="0"/>
          </a:p>
        </p:txBody>
      </p:sp>
    </p:spTree>
    <p:extLst>
      <p:ext uri="{BB962C8B-B14F-4D97-AF65-F5344CB8AC3E}">
        <p14:creationId xmlns:p14="http://schemas.microsoft.com/office/powerpoint/2010/main" val="2917256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inferential </a:t>
            </a:r>
            <a:r>
              <a:rPr lang="en-US" dirty="0"/>
              <a:t>statistical methods </a:t>
            </a:r>
            <a:endParaRPr lang="en-IN" dirty="0"/>
          </a:p>
        </p:txBody>
      </p:sp>
      <p:sp>
        <p:nvSpPr>
          <p:cNvPr id="3" name="Content Placeholder 2"/>
          <p:cNvSpPr>
            <a:spLocks noGrp="1"/>
          </p:cNvSpPr>
          <p:nvPr>
            <p:ph idx="1"/>
          </p:nvPr>
        </p:nvSpPr>
        <p:spPr/>
        <p:txBody>
          <a:bodyPr>
            <a:normAutofit/>
          </a:bodyPr>
          <a:lstStyle/>
          <a:p>
            <a:r>
              <a:rPr lang="en-US" dirty="0"/>
              <a:t>While </a:t>
            </a:r>
            <a:r>
              <a:rPr lang="en-US" dirty="0">
                <a:hlinkClick r:id="rId2"/>
              </a:rPr>
              <a:t>descriptive statistics</a:t>
            </a:r>
            <a:r>
              <a:rPr lang="en-US" dirty="0"/>
              <a:t> summarize the characteristics of a data set, </a:t>
            </a:r>
            <a:r>
              <a:rPr lang="en-US" b="1" dirty="0"/>
              <a:t>inferential statistics</a:t>
            </a:r>
            <a:r>
              <a:rPr lang="en-US" dirty="0"/>
              <a:t> help you come to conclusions and make predictions based on your data.</a:t>
            </a:r>
          </a:p>
          <a:p>
            <a:r>
              <a:rPr lang="en-US" dirty="0"/>
              <a:t>When you have collected data from a </a:t>
            </a:r>
            <a:r>
              <a:rPr lang="en-US" dirty="0">
                <a:hlinkClick r:id="rId3"/>
              </a:rPr>
              <a:t>sample</a:t>
            </a:r>
            <a:r>
              <a:rPr lang="en-US" dirty="0"/>
              <a:t>, you can use inferential statistics to understand the larger population from which the sample is taken.</a:t>
            </a:r>
          </a:p>
          <a:p>
            <a:r>
              <a:rPr lang="en-US" dirty="0"/>
              <a:t>Inferential statistics have two main uses:</a:t>
            </a:r>
          </a:p>
          <a:p>
            <a:r>
              <a:rPr lang="en-US" dirty="0"/>
              <a:t>making </a:t>
            </a:r>
            <a:r>
              <a:rPr lang="en-US" b="1" dirty="0"/>
              <a:t>estimates</a:t>
            </a:r>
            <a:r>
              <a:rPr lang="en-US" dirty="0"/>
              <a:t> about </a:t>
            </a:r>
            <a:r>
              <a:rPr lang="en-US" dirty="0" smtClean="0"/>
              <a:t>populations.</a:t>
            </a:r>
            <a:endParaRPr lang="en-US" dirty="0"/>
          </a:p>
          <a:p>
            <a:r>
              <a:rPr lang="en-US" b="1" dirty="0">
                <a:hlinkClick r:id="rId4"/>
              </a:rPr>
              <a:t>testing hypotheses</a:t>
            </a:r>
            <a:r>
              <a:rPr lang="en-US" dirty="0"/>
              <a:t> to draw conclusions about </a:t>
            </a:r>
            <a:r>
              <a:rPr lang="en-US" dirty="0" smtClean="0"/>
              <a:t>populations.</a:t>
            </a:r>
            <a:endParaRPr lang="en-IN" dirty="0"/>
          </a:p>
        </p:txBody>
      </p:sp>
    </p:spTree>
    <p:extLst>
      <p:ext uri="{BB962C8B-B14F-4D97-AF65-F5344CB8AC3E}">
        <p14:creationId xmlns:p14="http://schemas.microsoft.com/office/powerpoint/2010/main" val="34047256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Graphs in SPSS</a:t>
            </a:r>
            <a:endParaRPr lang="en-IN"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3536181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THANK YOU</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17003946"/>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Custom 11">
      <a:majorFont>
        <a:latin typeface="Trebuchet MS"/>
        <a:ea typeface=""/>
        <a:cs typeface=""/>
      </a:majorFont>
      <a:minorFont>
        <a:latin typeface="Trebuchet MS"/>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spDef>
      <a:spPr>
        <a:solidFill>
          <a:schemeClr val="accent1"/>
        </a:solidFill>
        <a:ln>
          <a:noFill/>
        </a:ln>
        <a:effectLst>
          <a:outerShdw blurRad="50800" dist="38100" dir="5400000" algn="t" rotWithShape="0">
            <a:prstClr val="black">
              <a:alpha val="40000"/>
            </a:prstClr>
          </a:outerShdw>
        </a:effectLst>
      </a:spPr>
      <a:body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421116_Reflection on learning_AAS_v5" id="{59B7BDFB-57AB-4529-979B-198FE99CC53E}" vid="{8B6E8B8A-CD93-411A-90DE-1F9807F38B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F1D2AC-2735-457E-B639-07E13F9A629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2AB9FA-5EE8-4111-B873-E09ACA2BC395}">
  <ds:schemaRefs>
    <ds:schemaRef ds:uri="http://schemas.microsoft.com/sharepoint/v3/contenttype/forms"/>
  </ds:schemaRefs>
</ds:datastoreItem>
</file>

<file path=customXml/itemProps3.xml><?xml version="1.0" encoding="utf-8"?>
<ds:datastoreItem xmlns:ds="http://schemas.openxmlformats.org/officeDocument/2006/customXml" ds:itemID="{B18699A2-1304-4DB0-887E-96D5B04746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Reflection on learning </Template>
  <TotalTime>0</TotalTime>
  <Words>854</Words>
  <Application>Microsoft Office PowerPoint</Application>
  <PresentationFormat>Widescreen</PresentationFormat>
  <Paragraphs>68</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Trebuchet MS</vt:lpstr>
      <vt:lpstr>Berlin</vt:lpstr>
      <vt:lpstr>SPSS</vt:lpstr>
      <vt:lpstr>PowerPoint Presentation</vt:lpstr>
      <vt:lpstr>PowerPoint Presentation</vt:lpstr>
      <vt:lpstr>Data Management in SPSS </vt:lpstr>
      <vt:lpstr>PowerPoint Presentation</vt:lpstr>
      <vt:lpstr>PowerPoint Presentation</vt:lpstr>
      <vt:lpstr>PowerPoint Presentation</vt:lpstr>
      <vt:lpstr>SPSS Variables  </vt:lpstr>
      <vt:lpstr>PowerPoint Presentation</vt:lpstr>
      <vt:lpstr>NUMERIC </vt:lpstr>
      <vt:lpstr>STRING </vt:lpstr>
      <vt:lpstr>COMMA </vt:lpstr>
      <vt:lpstr>DOT </vt:lpstr>
      <vt:lpstr>SCIENTIFIC NOTATION </vt:lpstr>
      <vt:lpstr>DATE </vt:lpstr>
      <vt:lpstr>DOLLAR </vt:lpstr>
      <vt:lpstr>CUSTOM CURRENCY </vt:lpstr>
      <vt:lpstr>RESTRICTED NUMBER </vt:lpstr>
      <vt:lpstr>Importing Data from an Excel File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statistical methods </vt:lpstr>
      <vt:lpstr>Graphs in SPSS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2022-11-18T06:26:17Z</dcterms:created>
  <dcterms:modified xsi:type="dcterms:W3CDTF">2022-11-18T14:45:46Z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